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8" r:id="rId4"/>
    <p:sldId id="259" r:id="rId5"/>
    <p:sldId id="270" r:id="rId6"/>
    <p:sldId id="260" r:id="rId7"/>
    <p:sldId id="261" r:id="rId8"/>
    <p:sldId id="262" r:id="rId9"/>
    <p:sldId id="269" r:id="rId10"/>
    <p:sldId id="271" r:id="rId11"/>
    <p:sldId id="272" r:id="rId12"/>
    <p:sldId id="273" r:id="rId13"/>
    <p:sldId id="264" r:id="rId14"/>
    <p:sldId id="263" r:id="rId15"/>
    <p:sldId id="265" r:id="rId16"/>
    <p:sldId id="257" r:id="rId17"/>
    <p:sldId id="266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8" d="100"/>
          <a:sy n="68" d="100"/>
        </p:scale>
        <p:origin x="9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ascactivedirectory-my.sharepoint.com/personal/patrick_wright_aramcoamericas_com/Documents/Documents/VisCalcML/Data/test_set_comparison/Combined%20top%20model%20resul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ascactivedirectory-my.sharepoint.com/personal/patrick_wright_aramcoamericas_com/Documents/Documents/VisCalcML/Data/Model%20Results/preliminary_resul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ascactivedirectory-my.sharepoint.com/personal/patrick_wright_aramcoamericas_com/Documents/Documents/VisCalcML/Data/Copy%20of%20top%20model%20resul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ascactivedirectory-my.sharepoint.com/personal/patrick_wright_aramcoamericas_com/Documents/Documents/VisCalcML/Data/test_set_comparison/Combined%20top%20model%20result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ascactivedirectory-my.sharepoint.com/personal/patrick_wright_aramcoamericas_com/Documents/Documents/VisCalcML/Data/test_set_comparison/Combined%20top%20model%20result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ascactivedirectory-my.sharepoint.com/personal/patrick_wright_aramcoamericas_com/Documents/Documents/VisCalcML/Data/test_set_comparison/Combined%20top%20model%20result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ascactivedirectory-my.sharepoint.com/personal/patrick_wright_aramcoamericas_com/Documents/Documents/VisCalcML/Data/FIG_2_hyperopt%20result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17427595730906"/>
          <c:y val="8.2207568354397048E-2"/>
          <c:w val="0.73679616029757322"/>
          <c:h val="0.66504471890252181"/>
        </c:manualLayout>
      </c:layout>
      <c:scatterChart>
        <c:scatterStyle val="lineMarker"/>
        <c:varyColors val="0"/>
        <c:ser>
          <c:idx val="0"/>
          <c:order val="0"/>
          <c:tx>
            <c:v>VisCalcML Predictions</c:v>
          </c:tx>
          <c:spPr>
            <a:ln w="25400" cap="rnd">
              <a:noFill/>
              <a:round/>
            </a:ln>
            <a:effectLst/>
          </c:spPr>
          <c:marker>
            <c:symbol val="square"/>
            <c:size val="6"/>
            <c:spPr>
              <a:solidFill>
                <a:srgbClr val="00A3E0"/>
              </a:solidFill>
              <a:ln w="28575">
                <a:solidFill>
                  <a:schemeClr val="tx1"/>
                </a:solidFill>
              </a:ln>
              <a:effectLst/>
            </c:spPr>
          </c:marker>
          <c:xVal>
            <c:numRef>
              <c:f>'[Combined top model results.xlsx]VisCalcML'!$D$3:$D$26</c:f>
              <c:numCache>
                <c:formatCode>General</c:formatCode>
                <c:ptCount val="24"/>
                <c:pt idx="0">
                  <c:v>8.1300000000000008</c:v>
                </c:pt>
                <c:pt idx="1">
                  <c:v>2.4</c:v>
                </c:pt>
                <c:pt idx="2">
                  <c:v>15.1</c:v>
                </c:pt>
                <c:pt idx="3">
                  <c:v>3.9</c:v>
                </c:pt>
                <c:pt idx="4">
                  <c:v>21.6</c:v>
                </c:pt>
                <c:pt idx="5">
                  <c:v>5</c:v>
                </c:pt>
                <c:pt idx="6">
                  <c:v>1.28</c:v>
                </c:pt>
                <c:pt idx="7">
                  <c:v>2.82</c:v>
                </c:pt>
                <c:pt idx="8">
                  <c:v>3.57</c:v>
                </c:pt>
                <c:pt idx="9">
                  <c:v>5.3</c:v>
                </c:pt>
                <c:pt idx="10">
                  <c:v>8.93</c:v>
                </c:pt>
                <c:pt idx="11">
                  <c:v>2.2799999999999998</c:v>
                </c:pt>
                <c:pt idx="12">
                  <c:v>7.56</c:v>
                </c:pt>
                <c:pt idx="13">
                  <c:v>2.2000000000000002</c:v>
                </c:pt>
                <c:pt idx="14">
                  <c:v>19.2</c:v>
                </c:pt>
                <c:pt idx="15">
                  <c:v>3.8</c:v>
                </c:pt>
                <c:pt idx="16">
                  <c:v>15.05</c:v>
                </c:pt>
                <c:pt idx="17">
                  <c:v>3.7</c:v>
                </c:pt>
                <c:pt idx="18">
                  <c:v>18.399999999999999</c:v>
                </c:pt>
                <c:pt idx="19">
                  <c:v>4</c:v>
                </c:pt>
                <c:pt idx="20">
                  <c:v>36.200000000000003</c:v>
                </c:pt>
                <c:pt idx="21">
                  <c:v>6.4</c:v>
                </c:pt>
                <c:pt idx="22">
                  <c:v>34.5</c:v>
                </c:pt>
                <c:pt idx="23">
                  <c:v>6.52</c:v>
                </c:pt>
              </c:numCache>
            </c:numRef>
          </c:xVal>
          <c:yVal>
            <c:numRef>
              <c:f>'[Combined top model results.xlsx]VisCalcML'!$C$3:$C$26</c:f>
              <c:numCache>
                <c:formatCode>General</c:formatCode>
                <c:ptCount val="24"/>
                <c:pt idx="0">
                  <c:v>7.9656812734309197</c:v>
                </c:pt>
                <c:pt idx="1">
                  <c:v>2.1579586597433398</c:v>
                </c:pt>
                <c:pt idx="2">
                  <c:v>14.889186975178401</c:v>
                </c:pt>
                <c:pt idx="3">
                  <c:v>3.4902869404186898</c:v>
                </c:pt>
                <c:pt idx="4">
                  <c:v>25.254923527693901</c:v>
                </c:pt>
                <c:pt idx="5">
                  <c:v>5.3117963327455904</c:v>
                </c:pt>
                <c:pt idx="6">
                  <c:v>1.63420804580764</c:v>
                </c:pt>
                <c:pt idx="7">
                  <c:v>2.9749429655703898</c:v>
                </c:pt>
                <c:pt idx="8">
                  <c:v>3.3500667028376401</c:v>
                </c:pt>
                <c:pt idx="9">
                  <c:v>6.1264868318158801</c:v>
                </c:pt>
                <c:pt idx="10">
                  <c:v>11.3321517198024</c:v>
                </c:pt>
                <c:pt idx="11">
                  <c:v>2.6700366623566398</c:v>
                </c:pt>
                <c:pt idx="12">
                  <c:v>7.9656812734309197</c:v>
                </c:pt>
                <c:pt idx="13">
                  <c:v>2.1579586597433398</c:v>
                </c:pt>
                <c:pt idx="14">
                  <c:v>18.536822574251001</c:v>
                </c:pt>
                <c:pt idx="15">
                  <c:v>4.1672154897180098</c:v>
                </c:pt>
                <c:pt idx="16">
                  <c:v>14.889186975178401</c:v>
                </c:pt>
                <c:pt idx="17">
                  <c:v>3.4902869404186898</c:v>
                </c:pt>
                <c:pt idx="18">
                  <c:v>19.1676743048438</c:v>
                </c:pt>
                <c:pt idx="19">
                  <c:v>4.0445140652017901</c:v>
                </c:pt>
                <c:pt idx="20">
                  <c:v>38.551768457448901</c:v>
                </c:pt>
                <c:pt idx="21">
                  <c:v>6.9637517162784901</c:v>
                </c:pt>
                <c:pt idx="22">
                  <c:v>33.1552860467961</c:v>
                </c:pt>
                <c:pt idx="23">
                  <c:v>6.2770402914589303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FA4-42DC-90DE-3BA672924A32}"/>
            </c:ext>
          </c:extLst>
        </c:ser>
        <c:ser>
          <c:idx val="1"/>
          <c:order val="1"/>
          <c:tx>
            <c:v>Ideal Fit</c:v>
          </c:tx>
          <c:spPr>
            <a:ln w="25400" cap="rnd">
              <a:solidFill>
                <a:srgbClr val="84BD00"/>
              </a:solidFill>
              <a:round/>
            </a:ln>
            <a:effectLst/>
          </c:spPr>
          <c:marker>
            <c:symbol val="none"/>
          </c:marker>
          <c:xVal>
            <c:numRef>
              <c:f>'[Combined top model results.xlsx]VisCalcML'!$G$3:$G$4</c:f>
              <c:numCache>
                <c:formatCode>General</c:formatCode>
                <c:ptCount val="2"/>
                <c:pt idx="0">
                  <c:v>0</c:v>
                </c:pt>
                <c:pt idx="1">
                  <c:v>40</c:v>
                </c:pt>
              </c:numCache>
            </c:numRef>
          </c:xVal>
          <c:yVal>
            <c:numRef>
              <c:f>'[Combined top model results.xlsx]VisCalcML'!$H$3:$H$4</c:f>
              <c:numCache>
                <c:formatCode>General</c:formatCode>
                <c:ptCount val="2"/>
                <c:pt idx="0">
                  <c:v>0</c:v>
                </c:pt>
                <c:pt idx="1">
                  <c:v>40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FA4-42DC-90DE-3BA672924A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36718096"/>
        <c:axId val="858074447"/>
      </c:scatterChart>
      <c:valAx>
        <c:axId val="1836718096"/>
        <c:scaling>
          <c:orientation val="minMax"/>
          <c:max val="40"/>
          <c:min val="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Actual KV (cSt)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858074447"/>
        <c:crosses val="autoZero"/>
        <c:crossBetween val="midCat"/>
      </c:valAx>
      <c:valAx>
        <c:axId val="858074447"/>
        <c:scaling>
          <c:orientation val="minMax"/>
          <c:max val="4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Predicted KV (cSt)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836718096"/>
        <c:crosses val="autoZero"/>
        <c:crossBetween val="midCat"/>
        <c:majorUnit val="10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/>
              <a:t>Model Performance on PAO Molecules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044214702501068"/>
          <c:y val="0.13336935297672195"/>
          <c:w val="0.82501780393381363"/>
          <c:h val="0.68780861901025458"/>
        </c:manualLayout>
      </c:layout>
      <c:scatterChart>
        <c:scatterStyle val="lineMarker"/>
        <c:varyColors val="0"/>
        <c:ser>
          <c:idx val="0"/>
          <c:order val="0"/>
          <c:tx>
            <c:v>Model Predictions</c:v>
          </c:tx>
          <c:spPr>
            <a:ln w="25400" cap="rnd">
              <a:noFill/>
              <a:round/>
            </a:ln>
            <a:effectLst/>
          </c:spPr>
          <c:marker>
            <c:symbol val="square"/>
            <c:size val="6"/>
            <c:spPr>
              <a:solidFill>
                <a:srgbClr val="00A3E0"/>
              </a:solidFill>
              <a:ln w="28575">
                <a:solidFill>
                  <a:schemeClr val="tx1"/>
                </a:solidFill>
              </a:ln>
              <a:effectLst/>
            </c:spPr>
          </c:marker>
          <c:xVal>
            <c:numRef>
              <c:f>Sheet1!$D$2:$D$25</c:f>
              <c:numCache>
                <c:formatCode>General</c:formatCode>
                <c:ptCount val="24"/>
                <c:pt idx="0">
                  <c:v>8.1300000000000008</c:v>
                </c:pt>
                <c:pt idx="1">
                  <c:v>2.4</c:v>
                </c:pt>
                <c:pt idx="2">
                  <c:v>15.1</c:v>
                </c:pt>
                <c:pt idx="3">
                  <c:v>3.9</c:v>
                </c:pt>
                <c:pt idx="4">
                  <c:v>21.6</c:v>
                </c:pt>
                <c:pt idx="5">
                  <c:v>5</c:v>
                </c:pt>
                <c:pt idx="6">
                  <c:v>1.28</c:v>
                </c:pt>
                <c:pt idx="7">
                  <c:v>2.82</c:v>
                </c:pt>
                <c:pt idx="8">
                  <c:v>3.57</c:v>
                </c:pt>
                <c:pt idx="9">
                  <c:v>5.3</c:v>
                </c:pt>
                <c:pt idx="10">
                  <c:v>8.93</c:v>
                </c:pt>
                <c:pt idx="11">
                  <c:v>2.2799999999999998</c:v>
                </c:pt>
                <c:pt idx="12">
                  <c:v>7.56</c:v>
                </c:pt>
                <c:pt idx="13">
                  <c:v>2.2000000000000002</c:v>
                </c:pt>
                <c:pt idx="14">
                  <c:v>19.2</c:v>
                </c:pt>
                <c:pt idx="15">
                  <c:v>3.8</c:v>
                </c:pt>
                <c:pt idx="16">
                  <c:v>15.05</c:v>
                </c:pt>
                <c:pt idx="17">
                  <c:v>3.7</c:v>
                </c:pt>
                <c:pt idx="18">
                  <c:v>18.399999999999999</c:v>
                </c:pt>
                <c:pt idx="19">
                  <c:v>4</c:v>
                </c:pt>
                <c:pt idx="20">
                  <c:v>36.200000000000003</c:v>
                </c:pt>
                <c:pt idx="21">
                  <c:v>6.4</c:v>
                </c:pt>
                <c:pt idx="22">
                  <c:v>34.5</c:v>
                </c:pt>
                <c:pt idx="23">
                  <c:v>6.52</c:v>
                </c:pt>
              </c:numCache>
            </c:numRef>
          </c:xVal>
          <c:yVal>
            <c:numRef>
              <c:f>Sheet1!$C$2:$C$25</c:f>
              <c:numCache>
                <c:formatCode>General</c:formatCode>
                <c:ptCount val="24"/>
                <c:pt idx="0">
                  <c:v>7.9656812734309197</c:v>
                </c:pt>
                <c:pt idx="1">
                  <c:v>2.1579586597433398</c:v>
                </c:pt>
                <c:pt idx="2">
                  <c:v>14.889186975178401</c:v>
                </c:pt>
                <c:pt idx="3">
                  <c:v>3.4902869404186898</c:v>
                </c:pt>
                <c:pt idx="4">
                  <c:v>25.254923527693901</c:v>
                </c:pt>
                <c:pt idx="5">
                  <c:v>5.3117963327455904</c:v>
                </c:pt>
                <c:pt idx="6">
                  <c:v>1.63420804580764</c:v>
                </c:pt>
                <c:pt idx="7">
                  <c:v>2.9749429655703898</c:v>
                </c:pt>
                <c:pt idx="8">
                  <c:v>3.3500667028376401</c:v>
                </c:pt>
                <c:pt idx="9">
                  <c:v>6.1264868318158801</c:v>
                </c:pt>
                <c:pt idx="10">
                  <c:v>11.3321517198024</c:v>
                </c:pt>
                <c:pt idx="11">
                  <c:v>2.6700366623566398</c:v>
                </c:pt>
                <c:pt idx="12">
                  <c:v>7.9656812734309197</c:v>
                </c:pt>
                <c:pt idx="13">
                  <c:v>2.1579586597433398</c:v>
                </c:pt>
                <c:pt idx="14">
                  <c:v>18.536822574251001</c:v>
                </c:pt>
                <c:pt idx="15">
                  <c:v>4.1672154897180098</c:v>
                </c:pt>
                <c:pt idx="16">
                  <c:v>14.889186975178401</c:v>
                </c:pt>
                <c:pt idx="17">
                  <c:v>3.4902869404186898</c:v>
                </c:pt>
                <c:pt idx="18">
                  <c:v>19.1676743048438</c:v>
                </c:pt>
                <c:pt idx="19">
                  <c:v>4.0445140652017901</c:v>
                </c:pt>
                <c:pt idx="20">
                  <c:v>38.551768457448901</c:v>
                </c:pt>
                <c:pt idx="21">
                  <c:v>6.9637517162784901</c:v>
                </c:pt>
                <c:pt idx="22">
                  <c:v>33.1552860467961</c:v>
                </c:pt>
                <c:pt idx="23">
                  <c:v>6.2770402914589303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AA9-414B-9D52-E1A25185C26B}"/>
            </c:ext>
          </c:extLst>
        </c:ser>
        <c:ser>
          <c:idx val="1"/>
          <c:order val="1"/>
          <c:tx>
            <c:v>Ideal Fit</c:v>
          </c:tx>
          <c:spPr>
            <a:ln w="25400" cap="rnd">
              <a:solidFill>
                <a:srgbClr val="84BD00"/>
              </a:solidFill>
              <a:round/>
            </a:ln>
            <a:effectLst/>
          </c:spPr>
          <c:marker>
            <c:symbol val="none"/>
          </c:marker>
          <c:xVal>
            <c:numRef>
              <c:f>Sheet1!$G$2:$G$3</c:f>
              <c:numCache>
                <c:formatCode>General</c:formatCode>
                <c:ptCount val="2"/>
                <c:pt idx="0">
                  <c:v>0</c:v>
                </c:pt>
                <c:pt idx="1">
                  <c:v>40</c:v>
                </c:pt>
              </c:numCache>
            </c:numRef>
          </c:xVal>
          <c:yVal>
            <c:numRef>
              <c:f>Sheet1!$H$2:$H$3</c:f>
              <c:numCache>
                <c:formatCode>General</c:formatCode>
                <c:ptCount val="2"/>
                <c:pt idx="0">
                  <c:v>0</c:v>
                </c:pt>
                <c:pt idx="1">
                  <c:v>40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AA9-414B-9D52-E1A25185C2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36718096"/>
        <c:axId val="858074447"/>
      </c:scatterChart>
      <c:valAx>
        <c:axId val="1836718096"/>
        <c:scaling>
          <c:orientation val="minMax"/>
          <c:max val="40"/>
          <c:min val="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Actual</a:t>
                </a:r>
                <a:r>
                  <a:rPr lang="en-US" baseline="0"/>
                  <a:t> KV (cSt)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858074447"/>
        <c:crosses val="autoZero"/>
        <c:crossBetween val="midCat"/>
      </c:valAx>
      <c:valAx>
        <c:axId val="858074447"/>
        <c:scaling>
          <c:orientation val="minMax"/>
          <c:max val="4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Predicted KV (cSt)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836718096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legend>
      <c:legendPos val="r"/>
      <c:layout>
        <c:manualLayout>
          <c:xMode val="edge"/>
          <c:yMode val="edge"/>
          <c:x val="0.59349162951554313"/>
          <c:y val="0.6618815218665729"/>
          <c:w val="0.36144532042488992"/>
          <c:h val="0.14712699658179781"/>
        </c:manualLayout>
      </c:layout>
      <c:overlay val="0"/>
      <c:spPr>
        <a:noFill/>
        <a:ln w="15875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/>
              <a:t>Model Performance on Train Set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044214702501068"/>
          <c:y val="0.13336935297672195"/>
          <c:w val="0.82501780393381363"/>
          <c:h val="0.68780861901025458"/>
        </c:manualLayout>
      </c:layout>
      <c:scatterChart>
        <c:scatterStyle val="lineMarker"/>
        <c:varyColors val="0"/>
        <c:ser>
          <c:idx val="0"/>
          <c:order val="0"/>
          <c:tx>
            <c:v>Model Predictions</c:v>
          </c:tx>
          <c:spPr>
            <a:ln w="25400" cap="rnd">
              <a:noFill/>
              <a:round/>
            </a:ln>
            <a:effectLst/>
          </c:spPr>
          <c:marker>
            <c:symbol val="square"/>
            <c:size val="6"/>
            <c:spPr>
              <a:solidFill>
                <a:srgbClr val="00A3E0"/>
              </a:solidFill>
              <a:ln w="28575">
                <a:solidFill>
                  <a:schemeClr val="tx1"/>
                </a:solidFill>
              </a:ln>
              <a:effectLst/>
            </c:spPr>
          </c:marker>
          <c:xVal>
            <c:numRef>
              <c:f>'[Copy of top model results.xlsx]Sheet1'!$D$35:$D$1385</c:f>
              <c:numCache>
                <c:formatCode>General</c:formatCode>
                <c:ptCount val="1351"/>
                <c:pt idx="0">
                  <c:v>12.4</c:v>
                </c:pt>
                <c:pt idx="1">
                  <c:v>2.72</c:v>
                </c:pt>
                <c:pt idx="2">
                  <c:v>29.4</c:v>
                </c:pt>
                <c:pt idx="3">
                  <c:v>5.4</c:v>
                </c:pt>
                <c:pt idx="4">
                  <c:v>42</c:v>
                </c:pt>
                <c:pt idx="5">
                  <c:v>7.25</c:v>
                </c:pt>
                <c:pt idx="6">
                  <c:v>9.34</c:v>
                </c:pt>
                <c:pt idx="7">
                  <c:v>2.5</c:v>
                </c:pt>
                <c:pt idx="8">
                  <c:v>12.49</c:v>
                </c:pt>
                <c:pt idx="9">
                  <c:v>3.14</c:v>
                </c:pt>
                <c:pt idx="10">
                  <c:v>16.739999999999998</c:v>
                </c:pt>
                <c:pt idx="11">
                  <c:v>3.85</c:v>
                </c:pt>
                <c:pt idx="12">
                  <c:v>21.35</c:v>
                </c:pt>
                <c:pt idx="13">
                  <c:v>4.5</c:v>
                </c:pt>
                <c:pt idx="14">
                  <c:v>9.8000000000000007</c:v>
                </c:pt>
                <c:pt idx="15">
                  <c:v>2.6</c:v>
                </c:pt>
                <c:pt idx="16">
                  <c:v>16.5</c:v>
                </c:pt>
                <c:pt idx="17">
                  <c:v>3.88</c:v>
                </c:pt>
                <c:pt idx="18">
                  <c:v>25.1</c:v>
                </c:pt>
                <c:pt idx="19">
                  <c:v>5.35</c:v>
                </c:pt>
                <c:pt idx="20">
                  <c:v>6.49</c:v>
                </c:pt>
                <c:pt idx="21">
                  <c:v>2.1800000000000002</c:v>
                </c:pt>
                <c:pt idx="22">
                  <c:v>10.37</c:v>
                </c:pt>
                <c:pt idx="23">
                  <c:v>3.03</c:v>
                </c:pt>
                <c:pt idx="24">
                  <c:v>15.64</c:v>
                </c:pt>
                <c:pt idx="25">
                  <c:v>4.13</c:v>
                </c:pt>
                <c:pt idx="26">
                  <c:v>15.58</c:v>
                </c:pt>
                <c:pt idx="27">
                  <c:v>3.68</c:v>
                </c:pt>
                <c:pt idx="28">
                  <c:v>23.99</c:v>
                </c:pt>
                <c:pt idx="29">
                  <c:v>5.15</c:v>
                </c:pt>
                <c:pt idx="30">
                  <c:v>35.26</c:v>
                </c:pt>
                <c:pt idx="31">
                  <c:v>6.99</c:v>
                </c:pt>
                <c:pt idx="32">
                  <c:v>33.43</c:v>
                </c:pt>
                <c:pt idx="33">
                  <c:v>5.99</c:v>
                </c:pt>
                <c:pt idx="34">
                  <c:v>46.7</c:v>
                </c:pt>
                <c:pt idx="35">
                  <c:v>7.99</c:v>
                </c:pt>
                <c:pt idx="36">
                  <c:v>28.23</c:v>
                </c:pt>
                <c:pt idx="37">
                  <c:v>4.71</c:v>
                </c:pt>
                <c:pt idx="38">
                  <c:v>26.44</c:v>
                </c:pt>
                <c:pt idx="39">
                  <c:v>4.21</c:v>
                </c:pt>
                <c:pt idx="40">
                  <c:v>10.72</c:v>
                </c:pt>
                <c:pt idx="41">
                  <c:v>2.84</c:v>
                </c:pt>
                <c:pt idx="42">
                  <c:v>11.64</c:v>
                </c:pt>
                <c:pt idx="43">
                  <c:v>3.04</c:v>
                </c:pt>
                <c:pt idx="44">
                  <c:v>12.79</c:v>
                </c:pt>
                <c:pt idx="45">
                  <c:v>3.26</c:v>
                </c:pt>
                <c:pt idx="46">
                  <c:v>13.08</c:v>
                </c:pt>
                <c:pt idx="47">
                  <c:v>3.72</c:v>
                </c:pt>
                <c:pt idx="48">
                  <c:v>13.62</c:v>
                </c:pt>
                <c:pt idx="49">
                  <c:v>3.33</c:v>
                </c:pt>
                <c:pt idx="50">
                  <c:v>14.82</c:v>
                </c:pt>
                <c:pt idx="51">
                  <c:v>3.49</c:v>
                </c:pt>
                <c:pt idx="52">
                  <c:v>14.21</c:v>
                </c:pt>
                <c:pt idx="53">
                  <c:v>3.74</c:v>
                </c:pt>
                <c:pt idx="54">
                  <c:v>16.12</c:v>
                </c:pt>
                <c:pt idx="55">
                  <c:v>3.81</c:v>
                </c:pt>
                <c:pt idx="56">
                  <c:v>17.3</c:v>
                </c:pt>
                <c:pt idx="57">
                  <c:v>3.64</c:v>
                </c:pt>
                <c:pt idx="58">
                  <c:v>20.84</c:v>
                </c:pt>
                <c:pt idx="59">
                  <c:v>3.88</c:v>
                </c:pt>
                <c:pt idx="60">
                  <c:v>23.43</c:v>
                </c:pt>
                <c:pt idx="61">
                  <c:v>4.5199999999999996</c:v>
                </c:pt>
                <c:pt idx="62">
                  <c:v>26.78</c:v>
                </c:pt>
                <c:pt idx="63">
                  <c:v>4.75</c:v>
                </c:pt>
                <c:pt idx="64">
                  <c:v>7.84</c:v>
                </c:pt>
                <c:pt idx="65">
                  <c:v>2.3199999999999998</c:v>
                </c:pt>
                <c:pt idx="66">
                  <c:v>8.23</c:v>
                </c:pt>
                <c:pt idx="67">
                  <c:v>2.46</c:v>
                </c:pt>
                <c:pt idx="68">
                  <c:v>7.91</c:v>
                </c:pt>
                <c:pt idx="69">
                  <c:v>2.2400000000000002</c:v>
                </c:pt>
                <c:pt idx="70">
                  <c:v>10.18</c:v>
                </c:pt>
                <c:pt idx="71">
                  <c:v>2.3199999999999998</c:v>
                </c:pt>
                <c:pt idx="72">
                  <c:v>8.43</c:v>
                </c:pt>
                <c:pt idx="73">
                  <c:v>2.14</c:v>
                </c:pt>
                <c:pt idx="74">
                  <c:v>16.329999999999998</c:v>
                </c:pt>
                <c:pt idx="75">
                  <c:v>4.0199999999999996</c:v>
                </c:pt>
                <c:pt idx="76">
                  <c:v>17.27</c:v>
                </c:pt>
                <c:pt idx="77">
                  <c:v>4.2300000000000004</c:v>
                </c:pt>
                <c:pt idx="78">
                  <c:v>290.3</c:v>
                </c:pt>
                <c:pt idx="79">
                  <c:v>10.26</c:v>
                </c:pt>
                <c:pt idx="80">
                  <c:v>23.84</c:v>
                </c:pt>
                <c:pt idx="81">
                  <c:v>4.34</c:v>
                </c:pt>
                <c:pt idx="82">
                  <c:v>28.55</c:v>
                </c:pt>
                <c:pt idx="83">
                  <c:v>5.59</c:v>
                </c:pt>
                <c:pt idx="84">
                  <c:v>0.370310739</c:v>
                </c:pt>
                <c:pt idx="85">
                  <c:v>0.44807750499999999</c:v>
                </c:pt>
                <c:pt idx="86">
                  <c:v>0.57395143500000001</c:v>
                </c:pt>
                <c:pt idx="87">
                  <c:v>0.73003149199999995</c:v>
                </c:pt>
                <c:pt idx="88">
                  <c:v>0.92307692299999999</c:v>
                </c:pt>
                <c:pt idx="89">
                  <c:v>1.1853893870000001</c:v>
                </c:pt>
                <c:pt idx="90">
                  <c:v>1.4925373129999999</c:v>
                </c:pt>
                <c:pt idx="91">
                  <c:v>2.2546419100000001</c:v>
                </c:pt>
                <c:pt idx="92">
                  <c:v>3.3202614380000002</c:v>
                </c:pt>
                <c:pt idx="93">
                  <c:v>3.9740259739999999</c:v>
                </c:pt>
                <c:pt idx="94">
                  <c:v>4.6701164290000001</c:v>
                </c:pt>
                <c:pt idx="95">
                  <c:v>36.666666669999998</c:v>
                </c:pt>
                <c:pt idx="96">
                  <c:v>0.52762259499999997</c:v>
                </c:pt>
                <c:pt idx="97">
                  <c:v>0.50151975699999995</c:v>
                </c:pt>
                <c:pt idx="98">
                  <c:v>0.80058224200000005</c:v>
                </c:pt>
                <c:pt idx="99">
                  <c:v>0.46062407100000002</c:v>
                </c:pt>
                <c:pt idx="100">
                  <c:v>0.519287834</c:v>
                </c:pt>
                <c:pt idx="101">
                  <c:v>0.80056179800000005</c:v>
                </c:pt>
                <c:pt idx="102">
                  <c:v>0.68115941999999996</c:v>
                </c:pt>
                <c:pt idx="103">
                  <c:v>0.59577464800000002</c:v>
                </c:pt>
                <c:pt idx="104">
                  <c:v>1.0474860340000001</c:v>
                </c:pt>
                <c:pt idx="105">
                  <c:v>0.70402298900000004</c:v>
                </c:pt>
                <c:pt idx="106">
                  <c:v>0.88732394400000003</c:v>
                </c:pt>
                <c:pt idx="107">
                  <c:v>0.71823204399999996</c:v>
                </c:pt>
                <c:pt idx="108">
                  <c:v>1.486486486</c:v>
                </c:pt>
                <c:pt idx="109">
                  <c:v>0.546666667</c:v>
                </c:pt>
                <c:pt idx="110">
                  <c:v>1.1642949549999999</c:v>
                </c:pt>
                <c:pt idx="111">
                  <c:v>1.699751861</c:v>
                </c:pt>
                <c:pt idx="112">
                  <c:v>2.746987952</c:v>
                </c:pt>
                <c:pt idx="113">
                  <c:v>0.64429530199999996</c:v>
                </c:pt>
                <c:pt idx="114">
                  <c:v>0.69462647399999999</c:v>
                </c:pt>
                <c:pt idx="115">
                  <c:v>0.84087968999999996</c:v>
                </c:pt>
                <c:pt idx="116">
                  <c:v>0.84131504000000001</c:v>
                </c:pt>
                <c:pt idx="117">
                  <c:v>0.64358347299999996</c:v>
                </c:pt>
                <c:pt idx="118">
                  <c:v>0.88772846000000005</c:v>
                </c:pt>
                <c:pt idx="119">
                  <c:v>0.89238845099999997</c:v>
                </c:pt>
                <c:pt idx="120">
                  <c:v>0.99740932599999998</c:v>
                </c:pt>
                <c:pt idx="121">
                  <c:v>1.202531646</c:v>
                </c:pt>
                <c:pt idx="122">
                  <c:v>1.228070175</c:v>
                </c:pt>
                <c:pt idx="123">
                  <c:v>1.5326633169999999</c:v>
                </c:pt>
                <c:pt idx="124">
                  <c:v>1.414498611</c:v>
                </c:pt>
                <c:pt idx="125">
                  <c:v>3.3668903800000001</c:v>
                </c:pt>
                <c:pt idx="126">
                  <c:v>0.299869622</c:v>
                </c:pt>
                <c:pt idx="127">
                  <c:v>0.38208168599999998</c:v>
                </c:pt>
                <c:pt idx="128">
                  <c:v>0.76923076899999998</c:v>
                </c:pt>
                <c:pt idx="129">
                  <c:v>0.52070419000000001</c:v>
                </c:pt>
                <c:pt idx="130">
                  <c:v>0.69873997700000001</c:v>
                </c:pt>
                <c:pt idx="131">
                  <c:v>0.63583814999999999</c:v>
                </c:pt>
                <c:pt idx="132">
                  <c:v>0.86757990900000004</c:v>
                </c:pt>
                <c:pt idx="133">
                  <c:v>0.67363530800000004</c:v>
                </c:pt>
                <c:pt idx="134">
                  <c:v>0.69930069900000003</c:v>
                </c:pt>
                <c:pt idx="135">
                  <c:v>0.72832369900000005</c:v>
                </c:pt>
                <c:pt idx="136">
                  <c:v>0.96520763200000004</c:v>
                </c:pt>
                <c:pt idx="137">
                  <c:v>1.055045872</c:v>
                </c:pt>
                <c:pt idx="138">
                  <c:v>0.80139372799999997</c:v>
                </c:pt>
                <c:pt idx="139">
                  <c:v>0.91860465099999999</c:v>
                </c:pt>
                <c:pt idx="140">
                  <c:v>1.0273972600000001</c:v>
                </c:pt>
                <c:pt idx="141">
                  <c:v>0.93023255800000004</c:v>
                </c:pt>
                <c:pt idx="142">
                  <c:v>1.0372960369999999</c:v>
                </c:pt>
                <c:pt idx="143">
                  <c:v>1.1305361309999999</c:v>
                </c:pt>
                <c:pt idx="144">
                  <c:v>0.95406360400000001</c:v>
                </c:pt>
                <c:pt idx="145">
                  <c:v>1.1305361309999999</c:v>
                </c:pt>
                <c:pt idx="146">
                  <c:v>0.80957810699999999</c:v>
                </c:pt>
                <c:pt idx="147">
                  <c:v>0.76744186000000003</c:v>
                </c:pt>
                <c:pt idx="148">
                  <c:v>0.77012835499999999</c:v>
                </c:pt>
                <c:pt idx="149">
                  <c:v>3.9906103289999999</c:v>
                </c:pt>
                <c:pt idx="150">
                  <c:v>0.77777777800000003</c:v>
                </c:pt>
                <c:pt idx="151">
                  <c:v>2.0682523270000002</c:v>
                </c:pt>
                <c:pt idx="152">
                  <c:v>45.839451789999998</c:v>
                </c:pt>
                <c:pt idx="153">
                  <c:v>18.95286656</c:v>
                </c:pt>
                <c:pt idx="154">
                  <c:v>10.34830893</c:v>
                </c:pt>
                <c:pt idx="155">
                  <c:v>5.7403598970000003</c:v>
                </c:pt>
                <c:pt idx="156">
                  <c:v>2.779917652</c:v>
                </c:pt>
                <c:pt idx="157">
                  <c:v>19.39574786</c:v>
                </c:pt>
                <c:pt idx="158">
                  <c:v>10.57881463</c:v>
                </c:pt>
                <c:pt idx="159">
                  <c:v>5.8574181120000004</c:v>
                </c:pt>
                <c:pt idx="160">
                  <c:v>2.815405046</c:v>
                </c:pt>
                <c:pt idx="161">
                  <c:v>50.14053526</c:v>
                </c:pt>
                <c:pt idx="162">
                  <c:v>20.442675950000002</c:v>
                </c:pt>
                <c:pt idx="163">
                  <c:v>11.067103940000001</c:v>
                </c:pt>
                <c:pt idx="164">
                  <c:v>6.0894141829999997</c:v>
                </c:pt>
                <c:pt idx="165">
                  <c:v>2.9208709509999999</c:v>
                </c:pt>
                <c:pt idx="166">
                  <c:v>21.230921949999999</c:v>
                </c:pt>
                <c:pt idx="167">
                  <c:v>11.4397181</c:v>
                </c:pt>
                <c:pt idx="168">
                  <c:v>6.3365828630000003</c:v>
                </c:pt>
                <c:pt idx="169">
                  <c:v>3.0206677270000002</c:v>
                </c:pt>
                <c:pt idx="170">
                  <c:v>24.88861386</c:v>
                </c:pt>
                <c:pt idx="171">
                  <c:v>13.063119589999999</c:v>
                </c:pt>
                <c:pt idx="172">
                  <c:v>7.1483375960000002</c:v>
                </c:pt>
                <c:pt idx="173">
                  <c:v>3.315281997</c:v>
                </c:pt>
                <c:pt idx="174">
                  <c:v>27.347793939999999</c:v>
                </c:pt>
                <c:pt idx="175">
                  <c:v>14.376797099999999</c:v>
                </c:pt>
                <c:pt idx="176">
                  <c:v>7.7021005730000001</c:v>
                </c:pt>
                <c:pt idx="177">
                  <c:v>3.5484294909999998</c:v>
                </c:pt>
                <c:pt idx="178">
                  <c:v>82.246157569999994</c:v>
                </c:pt>
                <c:pt idx="179">
                  <c:v>31.75052282</c:v>
                </c:pt>
                <c:pt idx="180">
                  <c:v>16.477485340000001</c:v>
                </c:pt>
                <c:pt idx="181">
                  <c:v>8.7100050790000001</c:v>
                </c:pt>
                <c:pt idx="182">
                  <c:v>3.9056356490000002</c:v>
                </c:pt>
                <c:pt idx="183">
                  <c:v>28.988542559999999</c:v>
                </c:pt>
                <c:pt idx="184">
                  <c:v>15.06558401</c:v>
                </c:pt>
                <c:pt idx="185">
                  <c:v>8.0513864159999997</c:v>
                </c:pt>
                <c:pt idx="186">
                  <c:v>3.6633403360000001</c:v>
                </c:pt>
                <c:pt idx="187">
                  <c:v>30.868393300000001</c:v>
                </c:pt>
                <c:pt idx="188">
                  <c:v>15.254841389999999</c:v>
                </c:pt>
                <c:pt idx="189">
                  <c:v>7.761121857</c:v>
                </c:pt>
                <c:pt idx="190">
                  <c:v>3.4293552809999999</c:v>
                </c:pt>
                <c:pt idx="191">
                  <c:v>89.922837729999998</c:v>
                </c:pt>
                <c:pt idx="192">
                  <c:v>30.581218570000001</c:v>
                </c:pt>
                <c:pt idx="193">
                  <c:v>14.70065205</c:v>
                </c:pt>
                <c:pt idx="194">
                  <c:v>7.2902836449999997</c:v>
                </c:pt>
                <c:pt idx="195">
                  <c:v>3.1397956640000002</c:v>
                </c:pt>
                <c:pt idx="196">
                  <c:v>36.302482019999999</c:v>
                </c:pt>
                <c:pt idx="197">
                  <c:v>14.856738590000001</c:v>
                </c:pt>
                <c:pt idx="198">
                  <c:v>5.3027545199999997</c:v>
                </c:pt>
                <c:pt idx="199">
                  <c:v>41.177751170000001</c:v>
                </c:pt>
                <c:pt idx="200">
                  <c:v>18.535670970000002</c:v>
                </c:pt>
                <c:pt idx="201">
                  <c:v>8.8423176059999999</c:v>
                </c:pt>
                <c:pt idx="202">
                  <c:v>3.704558569</c:v>
                </c:pt>
                <c:pt idx="203">
                  <c:v>41.51920587</c:v>
                </c:pt>
                <c:pt idx="204">
                  <c:v>19.28040245</c:v>
                </c:pt>
                <c:pt idx="205">
                  <c:v>8.9907644379999994</c:v>
                </c:pt>
                <c:pt idx="206">
                  <c:v>3.7015814809999998</c:v>
                </c:pt>
                <c:pt idx="207">
                  <c:v>28.850628199999999</c:v>
                </c:pt>
                <c:pt idx="208">
                  <c:v>15.22585211</c:v>
                </c:pt>
                <c:pt idx="209">
                  <c:v>8.2283795130000001</c:v>
                </c:pt>
                <c:pt idx="210">
                  <c:v>3.8062283739999998</c:v>
                </c:pt>
                <c:pt idx="211">
                  <c:v>15.11614601</c:v>
                </c:pt>
                <c:pt idx="212">
                  <c:v>7.8938176740000001</c:v>
                </c:pt>
                <c:pt idx="213">
                  <c:v>3.6232753450000001</c:v>
                </c:pt>
                <c:pt idx="214">
                  <c:v>81.098148350000002</c:v>
                </c:pt>
                <c:pt idx="215">
                  <c:v>26.194094660000001</c:v>
                </c:pt>
                <c:pt idx="216">
                  <c:v>12.579722889999999</c:v>
                </c:pt>
                <c:pt idx="217">
                  <c:v>6.4364733489999999</c:v>
                </c:pt>
                <c:pt idx="218">
                  <c:v>2.865362486</c:v>
                </c:pt>
                <c:pt idx="219">
                  <c:v>331.5508021</c:v>
                </c:pt>
                <c:pt idx="220">
                  <c:v>84.12056819</c:v>
                </c:pt>
                <c:pt idx="221">
                  <c:v>33.423022930000002</c:v>
                </c:pt>
                <c:pt idx="222">
                  <c:v>13.896490180000001</c:v>
                </c:pt>
                <c:pt idx="223">
                  <c:v>4.9644520720000003</c:v>
                </c:pt>
                <c:pt idx="224">
                  <c:v>65.310596829999994</c:v>
                </c:pt>
                <c:pt idx="225">
                  <c:v>23.705080550000002</c:v>
                </c:pt>
                <c:pt idx="226">
                  <c:v>11.76514961</c:v>
                </c:pt>
                <c:pt idx="227">
                  <c:v>6.1530573000000004</c:v>
                </c:pt>
                <c:pt idx="228">
                  <c:v>2.7277542370000001</c:v>
                </c:pt>
                <c:pt idx="229">
                  <c:v>63.107502119999999</c:v>
                </c:pt>
                <c:pt idx="230">
                  <c:v>23.055110339999999</c:v>
                </c:pt>
                <c:pt idx="231">
                  <c:v>11.805</c:v>
                </c:pt>
                <c:pt idx="232">
                  <c:v>6.240448293</c:v>
                </c:pt>
                <c:pt idx="233">
                  <c:v>2.8827168620000001</c:v>
                </c:pt>
                <c:pt idx="234">
                  <c:v>37.794406279999997</c:v>
                </c:pt>
                <c:pt idx="235">
                  <c:v>15.97456042</c:v>
                </c:pt>
                <c:pt idx="236">
                  <c:v>8.9057558510000003</c:v>
                </c:pt>
                <c:pt idx="237">
                  <c:v>5.0251256279999996</c:v>
                </c:pt>
                <c:pt idx="238">
                  <c:v>2.4776874919999998</c:v>
                </c:pt>
                <c:pt idx="239">
                  <c:v>30.006079029999999</c:v>
                </c:pt>
                <c:pt idx="240">
                  <c:v>13.17091269</c:v>
                </c:pt>
                <c:pt idx="241">
                  <c:v>7.6208411800000002</c:v>
                </c:pt>
                <c:pt idx="242">
                  <c:v>4.4896392939999998</c:v>
                </c:pt>
                <c:pt idx="243">
                  <c:v>2.2865450699999998</c:v>
                </c:pt>
                <c:pt idx="244">
                  <c:v>44.887475539999997</c:v>
                </c:pt>
                <c:pt idx="245">
                  <c:v>18.48258706</c:v>
                </c:pt>
                <c:pt idx="246">
                  <c:v>10.04921757</c:v>
                </c:pt>
                <c:pt idx="247">
                  <c:v>5.618410903</c:v>
                </c:pt>
                <c:pt idx="248">
                  <c:v>2.7231668440000001</c:v>
                </c:pt>
                <c:pt idx="249">
                  <c:v>19.559810989999999</c:v>
                </c:pt>
                <c:pt idx="250">
                  <c:v>10.65867508</c:v>
                </c:pt>
                <c:pt idx="251">
                  <c:v>5.8725263429999996</c:v>
                </c:pt>
                <c:pt idx="252">
                  <c:v>2.8415881029999999</c:v>
                </c:pt>
                <c:pt idx="253">
                  <c:v>69.539443680000005</c:v>
                </c:pt>
                <c:pt idx="254">
                  <c:v>24.021764300000001</c:v>
                </c:pt>
                <c:pt idx="255">
                  <c:v>12.47359775</c:v>
                </c:pt>
                <c:pt idx="256">
                  <c:v>6.6125566960000004</c:v>
                </c:pt>
                <c:pt idx="257">
                  <c:v>3.043746149</c:v>
                </c:pt>
                <c:pt idx="258">
                  <c:v>47.683890580000003</c:v>
                </c:pt>
                <c:pt idx="259">
                  <c:v>19.182312249999999</c:v>
                </c:pt>
                <c:pt idx="260">
                  <c:v>10.35835108</c:v>
                </c:pt>
                <c:pt idx="261">
                  <c:v>5.7037131560000001</c:v>
                </c:pt>
                <c:pt idx="262">
                  <c:v>2.7411702689999999</c:v>
                </c:pt>
                <c:pt idx="263">
                  <c:v>66.903506759999999</c:v>
                </c:pt>
                <c:pt idx="264">
                  <c:v>25.110542240000001</c:v>
                </c:pt>
                <c:pt idx="265">
                  <c:v>12.91007789</c:v>
                </c:pt>
                <c:pt idx="266">
                  <c:v>6.8283313330000004</c:v>
                </c:pt>
                <c:pt idx="267">
                  <c:v>3.1397077040000001</c:v>
                </c:pt>
                <c:pt idx="268">
                  <c:v>24.415005570000002</c:v>
                </c:pt>
                <c:pt idx="269">
                  <c:v>12.143036390000001</c:v>
                </c:pt>
                <c:pt idx="270">
                  <c:v>6.2947799389999997</c:v>
                </c:pt>
                <c:pt idx="271">
                  <c:v>2.8314368879999998</c:v>
                </c:pt>
                <c:pt idx="272">
                  <c:v>50.122549020000001</c:v>
                </c:pt>
                <c:pt idx="273">
                  <c:v>23.59172483</c:v>
                </c:pt>
                <c:pt idx="274">
                  <c:v>9.1615305599999992</c:v>
                </c:pt>
                <c:pt idx="275">
                  <c:v>53.839559090000002</c:v>
                </c:pt>
                <c:pt idx="276">
                  <c:v>24.41150828</c:v>
                </c:pt>
                <c:pt idx="277">
                  <c:v>9.0002566739999992</c:v>
                </c:pt>
                <c:pt idx="278">
                  <c:v>105.0817551</c:v>
                </c:pt>
                <c:pt idx="279">
                  <c:v>35.988059700000001</c:v>
                </c:pt>
                <c:pt idx="280">
                  <c:v>17.479724000000001</c:v>
                </c:pt>
                <c:pt idx="281">
                  <c:v>8.7058244059999996</c:v>
                </c:pt>
                <c:pt idx="282">
                  <c:v>3.733333333</c:v>
                </c:pt>
                <c:pt idx="283">
                  <c:v>307.84335119999997</c:v>
                </c:pt>
                <c:pt idx="284">
                  <c:v>84.497067610000002</c:v>
                </c:pt>
                <c:pt idx="285">
                  <c:v>34.988232660000001</c:v>
                </c:pt>
                <c:pt idx="286">
                  <c:v>15.05694761</c:v>
                </c:pt>
                <c:pt idx="287">
                  <c:v>5.4088935820000001</c:v>
                </c:pt>
                <c:pt idx="288">
                  <c:v>116.6800782</c:v>
                </c:pt>
                <c:pt idx="289">
                  <c:v>45.532906230000002</c:v>
                </c:pt>
                <c:pt idx="290">
                  <c:v>18.38957963</c:v>
                </c:pt>
                <c:pt idx="291">
                  <c:v>6.3391442160000002</c:v>
                </c:pt>
                <c:pt idx="292">
                  <c:v>22.325408620000001</c:v>
                </c:pt>
                <c:pt idx="293">
                  <c:v>11.993468160000001</c:v>
                </c:pt>
                <c:pt idx="294">
                  <c:v>6.5131158029999998</c:v>
                </c:pt>
                <c:pt idx="295">
                  <c:v>3.0923747850000001</c:v>
                </c:pt>
                <c:pt idx="296">
                  <c:v>63.46244686</c:v>
                </c:pt>
                <c:pt idx="297">
                  <c:v>24.282799180000001</c:v>
                </c:pt>
                <c:pt idx="298">
                  <c:v>12.48934875</c:v>
                </c:pt>
                <c:pt idx="299">
                  <c:v>6.6873065020000002</c:v>
                </c:pt>
                <c:pt idx="300">
                  <c:v>3.0926517570000001</c:v>
                </c:pt>
                <c:pt idx="301">
                  <c:v>106.6712995</c:v>
                </c:pt>
                <c:pt idx="302">
                  <c:v>40.152582160000001</c:v>
                </c:pt>
                <c:pt idx="303">
                  <c:v>16.217183769999998</c:v>
                </c:pt>
                <c:pt idx="304">
                  <c:v>5.6163205109999996</c:v>
                </c:pt>
                <c:pt idx="305">
                  <c:v>59.348198969999999</c:v>
                </c:pt>
                <c:pt idx="306">
                  <c:v>22.562570040000001</c:v>
                </c:pt>
                <c:pt idx="307">
                  <c:v>11.67487685</c:v>
                </c:pt>
                <c:pt idx="308">
                  <c:v>6.2491963479999999</c:v>
                </c:pt>
                <c:pt idx="309">
                  <c:v>2.8825717320000002</c:v>
                </c:pt>
                <c:pt idx="310">
                  <c:v>21.623546170000001</c:v>
                </c:pt>
                <c:pt idx="311">
                  <c:v>10.727053140000001</c:v>
                </c:pt>
                <c:pt idx="312">
                  <c:v>4.4820717129999998</c:v>
                </c:pt>
                <c:pt idx="313">
                  <c:v>154.1441653</c:v>
                </c:pt>
                <c:pt idx="314">
                  <c:v>51.489513819999999</c:v>
                </c:pt>
                <c:pt idx="315">
                  <c:v>23.97342995</c:v>
                </c:pt>
                <c:pt idx="316">
                  <c:v>11.575132079999999</c:v>
                </c:pt>
                <c:pt idx="317">
                  <c:v>4.763714684</c:v>
                </c:pt>
                <c:pt idx="318">
                  <c:v>69.969223479999997</c:v>
                </c:pt>
                <c:pt idx="319">
                  <c:v>26.512690970000001</c:v>
                </c:pt>
                <c:pt idx="320">
                  <c:v>13.738408980000001</c:v>
                </c:pt>
                <c:pt idx="321">
                  <c:v>7.2758877579999996</c:v>
                </c:pt>
                <c:pt idx="322">
                  <c:v>3.3188108660000002</c:v>
                </c:pt>
                <c:pt idx="323">
                  <c:v>31.270125220000001</c:v>
                </c:pt>
                <c:pt idx="324">
                  <c:v>15.912938329999999</c:v>
                </c:pt>
                <c:pt idx="325">
                  <c:v>8.3989178550000005</c:v>
                </c:pt>
                <c:pt idx="326">
                  <c:v>3.8432267879999999</c:v>
                </c:pt>
                <c:pt idx="327">
                  <c:v>105.6840869</c:v>
                </c:pt>
                <c:pt idx="328">
                  <c:v>36.247462079999998</c:v>
                </c:pt>
                <c:pt idx="329">
                  <c:v>17.392356070000002</c:v>
                </c:pt>
                <c:pt idx="330">
                  <c:v>8.6844050260000003</c:v>
                </c:pt>
                <c:pt idx="331">
                  <c:v>3.7474593500000002</c:v>
                </c:pt>
                <c:pt idx="332">
                  <c:v>101.3996707</c:v>
                </c:pt>
                <c:pt idx="333">
                  <c:v>35.129645119999999</c:v>
                </c:pt>
                <c:pt idx="334">
                  <c:v>16.957364340000002</c:v>
                </c:pt>
                <c:pt idx="335">
                  <c:v>8.4781269249999998</c:v>
                </c:pt>
                <c:pt idx="336">
                  <c:v>3.6354391760000002</c:v>
                </c:pt>
                <c:pt idx="337">
                  <c:v>94.741795080000003</c:v>
                </c:pt>
                <c:pt idx="338">
                  <c:v>33.249701309999999</c:v>
                </c:pt>
                <c:pt idx="339">
                  <c:v>16.145833329999999</c:v>
                </c:pt>
                <c:pt idx="340">
                  <c:v>8.1104400349999999</c:v>
                </c:pt>
                <c:pt idx="341">
                  <c:v>3.5092180549999998</c:v>
                </c:pt>
                <c:pt idx="342">
                  <c:v>13.49300451</c:v>
                </c:pt>
                <c:pt idx="343">
                  <c:v>7.2911636890000002</c:v>
                </c:pt>
                <c:pt idx="344">
                  <c:v>3.373164053</c:v>
                </c:pt>
                <c:pt idx="345">
                  <c:v>14.84819734</c:v>
                </c:pt>
                <c:pt idx="346">
                  <c:v>7.6235350970000004</c:v>
                </c:pt>
                <c:pt idx="347">
                  <c:v>3.3678433330000002</c:v>
                </c:pt>
                <c:pt idx="348">
                  <c:v>28.839170670000001</c:v>
                </c:pt>
                <c:pt idx="349">
                  <c:v>14.30098587</c:v>
                </c:pt>
                <c:pt idx="350">
                  <c:v>7.3604060909999998</c:v>
                </c:pt>
                <c:pt idx="351">
                  <c:v>3.268463074</c:v>
                </c:pt>
                <c:pt idx="352">
                  <c:v>27.777777780000001</c:v>
                </c:pt>
                <c:pt idx="353">
                  <c:v>13.865147199999999</c:v>
                </c:pt>
                <c:pt idx="354">
                  <c:v>7.1825876659999999</c:v>
                </c:pt>
                <c:pt idx="355">
                  <c:v>3.1823287159999998</c:v>
                </c:pt>
                <c:pt idx="356">
                  <c:v>43.338314750000002</c:v>
                </c:pt>
                <c:pt idx="357">
                  <c:v>17.336448600000001</c:v>
                </c:pt>
                <c:pt idx="358">
                  <c:v>9.3590806779999998</c:v>
                </c:pt>
                <c:pt idx="359">
                  <c:v>5.2314368370000004</c:v>
                </c:pt>
                <c:pt idx="360">
                  <c:v>2.5124378109999999</c:v>
                </c:pt>
                <c:pt idx="361">
                  <c:v>82.791632190000001</c:v>
                </c:pt>
                <c:pt idx="362">
                  <c:v>29.758616549999999</c:v>
                </c:pt>
                <c:pt idx="363">
                  <c:v>14.666504379999999</c:v>
                </c:pt>
                <c:pt idx="364">
                  <c:v>7.4615765989999998</c:v>
                </c:pt>
                <c:pt idx="365">
                  <c:v>3.273657289</c:v>
                </c:pt>
                <c:pt idx="366">
                  <c:v>452.38328280000002</c:v>
                </c:pt>
                <c:pt idx="367">
                  <c:v>73.680031760000006</c:v>
                </c:pt>
                <c:pt idx="368">
                  <c:v>25.622990349999998</c:v>
                </c:pt>
                <c:pt idx="369">
                  <c:v>10.32547699</c:v>
                </c:pt>
                <c:pt idx="370">
                  <c:v>3.8062283739999998</c:v>
                </c:pt>
                <c:pt idx="371">
                  <c:v>44.884939619999997</c:v>
                </c:pt>
                <c:pt idx="372">
                  <c:v>10.069200090000001</c:v>
                </c:pt>
                <c:pt idx="373">
                  <c:v>112.662261</c:v>
                </c:pt>
                <c:pt idx="374">
                  <c:v>38.540793100000002</c:v>
                </c:pt>
                <c:pt idx="375">
                  <c:v>18.419135499999999</c:v>
                </c:pt>
                <c:pt idx="376">
                  <c:v>9.1010125960000003</c:v>
                </c:pt>
                <c:pt idx="377">
                  <c:v>3.846153846</c:v>
                </c:pt>
                <c:pt idx="378">
                  <c:v>6.6369011709999999</c:v>
                </c:pt>
                <c:pt idx="379">
                  <c:v>3.3204825269999998</c:v>
                </c:pt>
                <c:pt idx="380">
                  <c:v>8.8756662950000003</c:v>
                </c:pt>
                <c:pt idx="381">
                  <c:v>4.1181736789999999</c:v>
                </c:pt>
                <c:pt idx="382">
                  <c:v>12.84392789</c:v>
                </c:pt>
                <c:pt idx="383">
                  <c:v>7.0730235370000001</c:v>
                </c:pt>
                <c:pt idx="384">
                  <c:v>3.3877195169999998</c:v>
                </c:pt>
                <c:pt idx="385">
                  <c:v>33.293513320000002</c:v>
                </c:pt>
                <c:pt idx="386">
                  <c:v>17.235949609999999</c:v>
                </c:pt>
                <c:pt idx="387">
                  <c:v>9.1155457010000003</c:v>
                </c:pt>
                <c:pt idx="388">
                  <c:v>4.1433655309999997</c:v>
                </c:pt>
                <c:pt idx="389">
                  <c:v>14.267077799999999</c:v>
                </c:pt>
                <c:pt idx="390">
                  <c:v>7.4248460700000001</c:v>
                </c:pt>
                <c:pt idx="391">
                  <c:v>3.3623910339999998</c:v>
                </c:pt>
                <c:pt idx="392">
                  <c:v>34.609878309999999</c:v>
                </c:pt>
                <c:pt idx="393">
                  <c:v>16.94484761</c:v>
                </c:pt>
                <c:pt idx="394">
                  <c:v>8.6164451010000001</c:v>
                </c:pt>
                <c:pt idx="395">
                  <c:v>3.7846075689999998</c:v>
                </c:pt>
                <c:pt idx="396">
                  <c:v>6.5655916740000002</c:v>
                </c:pt>
                <c:pt idx="397">
                  <c:v>3.2934926959999999</c:v>
                </c:pt>
                <c:pt idx="398">
                  <c:v>38.24359132</c:v>
                </c:pt>
                <c:pt idx="399">
                  <c:v>19.4278607</c:v>
                </c:pt>
                <c:pt idx="400">
                  <c:v>10.039230570000001</c:v>
                </c:pt>
                <c:pt idx="401">
                  <c:v>4.4528597550000004</c:v>
                </c:pt>
                <c:pt idx="402">
                  <c:v>17.565340240000001</c:v>
                </c:pt>
                <c:pt idx="403">
                  <c:v>9.1812305480000003</c:v>
                </c:pt>
                <c:pt idx="404">
                  <c:v>4.0977536409999997</c:v>
                </c:pt>
                <c:pt idx="405">
                  <c:v>11.524742529999999</c:v>
                </c:pt>
                <c:pt idx="406">
                  <c:v>6.6087178829999997</c:v>
                </c:pt>
                <c:pt idx="407">
                  <c:v>3.2786885250000002</c:v>
                </c:pt>
                <c:pt idx="408">
                  <c:v>54.440750420000001</c:v>
                </c:pt>
                <c:pt idx="409">
                  <c:v>21.64737096</c:v>
                </c:pt>
                <c:pt idx="410">
                  <c:v>11.495475669999999</c:v>
                </c:pt>
                <c:pt idx="411">
                  <c:v>6.20251588</c:v>
                </c:pt>
                <c:pt idx="412">
                  <c:v>2.8938906750000002</c:v>
                </c:pt>
                <c:pt idx="413">
                  <c:v>90.792192880000002</c:v>
                </c:pt>
                <c:pt idx="414">
                  <c:v>32.45133465</c:v>
                </c:pt>
                <c:pt idx="415">
                  <c:v>15.999527690000001</c:v>
                </c:pt>
                <c:pt idx="416">
                  <c:v>8.1331090820000007</c:v>
                </c:pt>
                <c:pt idx="417">
                  <c:v>3.5585864850000002</c:v>
                </c:pt>
                <c:pt idx="418">
                  <c:v>126.5739626</c:v>
                </c:pt>
                <c:pt idx="419">
                  <c:v>42.877777780000002</c:v>
                </c:pt>
                <c:pt idx="420">
                  <c:v>20.33134227</c:v>
                </c:pt>
                <c:pt idx="421">
                  <c:v>10</c:v>
                </c:pt>
                <c:pt idx="422">
                  <c:v>4.2241887910000004</c:v>
                </c:pt>
                <c:pt idx="423">
                  <c:v>195.67627490000001</c:v>
                </c:pt>
                <c:pt idx="424">
                  <c:v>57.848542819999999</c:v>
                </c:pt>
                <c:pt idx="425">
                  <c:v>25.598358789999999</c:v>
                </c:pt>
                <c:pt idx="426">
                  <c:v>11.731325999999999</c:v>
                </c:pt>
                <c:pt idx="427">
                  <c:v>4.6186895809999999</c:v>
                </c:pt>
                <c:pt idx="428">
                  <c:v>358.19258610000003</c:v>
                </c:pt>
                <c:pt idx="429">
                  <c:v>102.48861239999999</c:v>
                </c:pt>
                <c:pt idx="430">
                  <c:v>32.054176069999997</c:v>
                </c:pt>
                <c:pt idx="431">
                  <c:v>8.4456319700000009</c:v>
                </c:pt>
                <c:pt idx="432">
                  <c:v>231.95266269999999</c:v>
                </c:pt>
                <c:pt idx="433">
                  <c:v>60.918913019999998</c:v>
                </c:pt>
                <c:pt idx="434">
                  <c:v>24.579831930000001</c:v>
                </c:pt>
                <c:pt idx="435">
                  <c:v>10.70697988</c:v>
                </c:pt>
                <c:pt idx="436">
                  <c:v>4.0789169169999999</c:v>
                </c:pt>
                <c:pt idx="437">
                  <c:v>7.8511882540000002</c:v>
                </c:pt>
                <c:pt idx="438">
                  <c:v>3.776978417</c:v>
                </c:pt>
                <c:pt idx="439">
                  <c:v>18.576655259999999</c:v>
                </c:pt>
                <c:pt idx="440">
                  <c:v>9.7371894880000003</c:v>
                </c:pt>
                <c:pt idx="441">
                  <c:v>4.3086816719999996</c:v>
                </c:pt>
                <c:pt idx="442">
                  <c:v>217.68245340000001</c:v>
                </c:pt>
                <c:pt idx="443">
                  <c:v>46.795944480000003</c:v>
                </c:pt>
                <c:pt idx="444">
                  <c:v>18.725695479999999</c:v>
                </c:pt>
                <c:pt idx="445">
                  <c:v>8.461538462</c:v>
                </c:pt>
                <c:pt idx="446">
                  <c:v>3.4231609609999998</c:v>
                </c:pt>
                <c:pt idx="447">
                  <c:v>7.1825396829999999</c:v>
                </c:pt>
                <c:pt idx="448">
                  <c:v>3.38385661</c:v>
                </c:pt>
                <c:pt idx="449">
                  <c:v>275.25505099999998</c:v>
                </c:pt>
                <c:pt idx="450">
                  <c:v>28.407224960000001</c:v>
                </c:pt>
                <c:pt idx="451">
                  <c:v>141.11440820000001</c:v>
                </c:pt>
                <c:pt idx="452">
                  <c:v>20.252878750000001</c:v>
                </c:pt>
                <c:pt idx="453">
                  <c:v>25.281430830000001</c:v>
                </c:pt>
                <c:pt idx="454">
                  <c:v>7.1013396719999999</c:v>
                </c:pt>
                <c:pt idx="455">
                  <c:v>46.079532690000001</c:v>
                </c:pt>
                <c:pt idx="456">
                  <c:v>17.94842538</c:v>
                </c:pt>
                <c:pt idx="457">
                  <c:v>6.0220605489999999</c:v>
                </c:pt>
                <c:pt idx="458">
                  <c:v>181.8368816</c:v>
                </c:pt>
                <c:pt idx="459">
                  <c:v>46.636771299999999</c:v>
                </c:pt>
                <c:pt idx="460">
                  <c:v>19.611363399999998</c:v>
                </c:pt>
                <c:pt idx="461">
                  <c:v>9.051705643</c:v>
                </c:pt>
                <c:pt idx="462">
                  <c:v>3.651511808</c:v>
                </c:pt>
                <c:pt idx="463">
                  <c:v>237.74509800000001</c:v>
                </c:pt>
                <c:pt idx="464">
                  <c:v>74.137153170000005</c:v>
                </c:pt>
                <c:pt idx="465">
                  <c:v>25.44141252</c:v>
                </c:pt>
                <c:pt idx="466">
                  <c:v>7.3059683890000002</c:v>
                </c:pt>
                <c:pt idx="467">
                  <c:v>147.6006855</c:v>
                </c:pt>
                <c:pt idx="468">
                  <c:v>43.889190659999997</c:v>
                </c:pt>
                <c:pt idx="469">
                  <c:v>19.81516118</c:v>
                </c:pt>
                <c:pt idx="470">
                  <c:v>9.4387926219999994</c:v>
                </c:pt>
                <c:pt idx="471">
                  <c:v>3.9203957210000002</c:v>
                </c:pt>
                <c:pt idx="472">
                  <c:v>447.92932080000003</c:v>
                </c:pt>
                <c:pt idx="473">
                  <c:v>105.8889386</c:v>
                </c:pt>
                <c:pt idx="474">
                  <c:v>40.494555349999999</c:v>
                </c:pt>
                <c:pt idx="475">
                  <c:v>16.526449230000001</c:v>
                </c:pt>
                <c:pt idx="476">
                  <c:v>5.6705435560000002</c:v>
                </c:pt>
                <c:pt idx="477">
                  <c:v>354.16666670000001</c:v>
                </c:pt>
                <c:pt idx="478">
                  <c:v>81.744312030000003</c:v>
                </c:pt>
                <c:pt idx="479">
                  <c:v>31.548924970000002</c:v>
                </c:pt>
                <c:pt idx="480">
                  <c:v>13.28725895</c:v>
                </c:pt>
                <c:pt idx="481">
                  <c:v>4.7964682950000004</c:v>
                </c:pt>
                <c:pt idx="482">
                  <c:v>225.72410410000001</c:v>
                </c:pt>
                <c:pt idx="483">
                  <c:v>56.629504279999999</c:v>
                </c:pt>
                <c:pt idx="484">
                  <c:v>12.271753540000001</c:v>
                </c:pt>
                <c:pt idx="485">
                  <c:v>160.61725709999999</c:v>
                </c:pt>
                <c:pt idx="486">
                  <c:v>50.115753499999997</c:v>
                </c:pt>
                <c:pt idx="487">
                  <c:v>13.02183505</c:v>
                </c:pt>
                <c:pt idx="488">
                  <c:v>44.368266409999997</c:v>
                </c:pt>
                <c:pt idx="489">
                  <c:v>22.23187686</c:v>
                </c:pt>
                <c:pt idx="490">
                  <c:v>11.216523499999999</c:v>
                </c:pt>
                <c:pt idx="491">
                  <c:v>4.8990228010000001</c:v>
                </c:pt>
                <c:pt idx="492">
                  <c:v>51.801196730000001</c:v>
                </c:pt>
                <c:pt idx="493">
                  <c:v>25.603565679999999</c:v>
                </c:pt>
                <c:pt idx="494">
                  <c:v>12.736205590000001</c:v>
                </c:pt>
                <c:pt idx="495">
                  <c:v>5.5418399169999999</c:v>
                </c:pt>
                <c:pt idx="496">
                  <c:v>14.67214105</c:v>
                </c:pt>
                <c:pt idx="497">
                  <c:v>5.8312593330000002</c:v>
                </c:pt>
                <c:pt idx="498">
                  <c:v>75.208184630000005</c:v>
                </c:pt>
                <c:pt idx="499">
                  <c:v>33.944069429999999</c:v>
                </c:pt>
                <c:pt idx="500">
                  <c:v>15.800441279999999</c:v>
                </c:pt>
                <c:pt idx="501">
                  <c:v>6.1707501889999996</c:v>
                </c:pt>
                <c:pt idx="502">
                  <c:v>19.135578899999999</c:v>
                </c:pt>
                <c:pt idx="503">
                  <c:v>7.3280258739999997</c:v>
                </c:pt>
                <c:pt idx="504">
                  <c:v>44.598171319999999</c:v>
                </c:pt>
                <c:pt idx="505">
                  <c:v>20.203008440000001</c:v>
                </c:pt>
                <c:pt idx="506">
                  <c:v>7.6158690179999997</c:v>
                </c:pt>
                <c:pt idx="507">
                  <c:v>144.28604279999999</c:v>
                </c:pt>
                <c:pt idx="508">
                  <c:v>47.984622549999997</c:v>
                </c:pt>
                <c:pt idx="509">
                  <c:v>17.46952302</c:v>
                </c:pt>
                <c:pt idx="510">
                  <c:v>5.4784834819999997</c:v>
                </c:pt>
                <c:pt idx="511">
                  <c:v>6.4151958670000004</c:v>
                </c:pt>
                <c:pt idx="512">
                  <c:v>119.12640639999999</c:v>
                </c:pt>
                <c:pt idx="513">
                  <c:v>43.722073279999996</c:v>
                </c:pt>
                <c:pt idx="514">
                  <c:v>17.532909669999999</c:v>
                </c:pt>
                <c:pt idx="515">
                  <c:v>5.9724652899999997</c:v>
                </c:pt>
                <c:pt idx="516">
                  <c:v>44.880726199999998</c:v>
                </c:pt>
                <c:pt idx="517">
                  <c:v>17.795883360000001</c:v>
                </c:pt>
                <c:pt idx="518">
                  <c:v>6.024016746</c:v>
                </c:pt>
                <c:pt idx="519">
                  <c:v>86.235581190000005</c:v>
                </c:pt>
                <c:pt idx="520">
                  <c:v>36.945536220000001</c:v>
                </c:pt>
                <c:pt idx="521">
                  <c:v>16.425230979999998</c:v>
                </c:pt>
                <c:pt idx="522">
                  <c:v>6.1376964579999997</c:v>
                </c:pt>
                <c:pt idx="523">
                  <c:v>19.339573040000001</c:v>
                </c:pt>
                <c:pt idx="524">
                  <c:v>6.9060475160000001</c:v>
                </c:pt>
                <c:pt idx="525">
                  <c:v>9.6857077310000008</c:v>
                </c:pt>
                <c:pt idx="526">
                  <c:v>14.711162740000001</c:v>
                </c:pt>
                <c:pt idx="527">
                  <c:v>5.3232805379999997</c:v>
                </c:pt>
                <c:pt idx="528">
                  <c:v>12.134537679999999</c:v>
                </c:pt>
                <c:pt idx="529">
                  <c:v>6.8564865189999997</c:v>
                </c:pt>
                <c:pt idx="530">
                  <c:v>3.3379052370000002</c:v>
                </c:pt>
                <c:pt idx="531">
                  <c:v>16.5510527</c:v>
                </c:pt>
                <c:pt idx="532">
                  <c:v>8.9029222390000005</c:v>
                </c:pt>
                <c:pt idx="533">
                  <c:v>4.0769132490000004</c:v>
                </c:pt>
                <c:pt idx="534">
                  <c:v>21.154698580000002</c:v>
                </c:pt>
                <c:pt idx="535">
                  <c:v>10.65934066</c:v>
                </c:pt>
                <c:pt idx="536">
                  <c:v>4.4061538459999996</c:v>
                </c:pt>
                <c:pt idx="537">
                  <c:v>35.091083410000003</c:v>
                </c:pt>
                <c:pt idx="538">
                  <c:v>17.602040819999999</c:v>
                </c:pt>
                <c:pt idx="539">
                  <c:v>9.1858166539999999</c:v>
                </c:pt>
                <c:pt idx="540">
                  <c:v>4.1598778000000003</c:v>
                </c:pt>
                <c:pt idx="541">
                  <c:v>7.8638328529999999</c:v>
                </c:pt>
                <c:pt idx="542">
                  <c:v>3.5734620619999999</c:v>
                </c:pt>
                <c:pt idx="543">
                  <c:v>29.621621619999999</c:v>
                </c:pt>
                <c:pt idx="544">
                  <c:v>15.39210911</c:v>
                </c:pt>
                <c:pt idx="545">
                  <c:v>8.2115432249999998</c:v>
                </c:pt>
                <c:pt idx="546">
                  <c:v>3.7846468259999999</c:v>
                </c:pt>
                <c:pt idx="547">
                  <c:v>99.896121879999995</c:v>
                </c:pt>
                <c:pt idx="548">
                  <c:v>34.079718640000003</c:v>
                </c:pt>
                <c:pt idx="549">
                  <c:v>16.28432188</c:v>
                </c:pt>
                <c:pt idx="550">
                  <c:v>8.0503144649999996</c:v>
                </c:pt>
                <c:pt idx="551">
                  <c:v>3.3924335120000002</c:v>
                </c:pt>
                <c:pt idx="552">
                  <c:v>112.8610161</c:v>
                </c:pt>
                <c:pt idx="553">
                  <c:v>37.283064029999998</c:v>
                </c:pt>
                <c:pt idx="554">
                  <c:v>17.52214537</c:v>
                </c:pt>
                <c:pt idx="555">
                  <c:v>8.5417952830000008</c:v>
                </c:pt>
                <c:pt idx="556">
                  <c:v>3.578799847</c:v>
                </c:pt>
                <c:pt idx="557">
                  <c:v>29.17077986</c:v>
                </c:pt>
                <c:pt idx="558">
                  <c:v>12.83851555</c:v>
                </c:pt>
                <c:pt idx="559">
                  <c:v>7.2919317890000004</c:v>
                </c:pt>
                <c:pt idx="560">
                  <c:v>4.2245850620000001</c:v>
                </c:pt>
                <c:pt idx="561">
                  <c:v>2.1247484910000001</c:v>
                </c:pt>
                <c:pt idx="562">
                  <c:v>20.977976859999998</c:v>
                </c:pt>
                <c:pt idx="563">
                  <c:v>10.796505</c:v>
                </c:pt>
                <c:pt idx="564">
                  <c:v>4.6968905149999998</c:v>
                </c:pt>
                <c:pt idx="565">
                  <c:v>357.8806032</c:v>
                </c:pt>
                <c:pt idx="566">
                  <c:v>74.145523170000004</c:v>
                </c:pt>
                <c:pt idx="567">
                  <c:v>13.09357166</c:v>
                </c:pt>
                <c:pt idx="568">
                  <c:v>313.07907779999999</c:v>
                </c:pt>
                <c:pt idx="569">
                  <c:v>66.061269150000001</c:v>
                </c:pt>
                <c:pt idx="570">
                  <c:v>12.29056561</c:v>
                </c:pt>
                <c:pt idx="571">
                  <c:v>126.70097199999999</c:v>
                </c:pt>
                <c:pt idx="572">
                  <c:v>40.724402140000002</c:v>
                </c:pt>
                <c:pt idx="573">
                  <c:v>19.105356090000001</c:v>
                </c:pt>
                <c:pt idx="574">
                  <c:v>9.3149700600000003</c:v>
                </c:pt>
                <c:pt idx="575">
                  <c:v>3.8452984059999999</c:v>
                </c:pt>
                <c:pt idx="576">
                  <c:v>58.164217399999998</c:v>
                </c:pt>
                <c:pt idx="577">
                  <c:v>25.40208136</c:v>
                </c:pt>
                <c:pt idx="578">
                  <c:v>11.4954283</c:v>
                </c:pt>
                <c:pt idx="579">
                  <c:v>4.4134078209999998</c:v>
                </c:pt>
                <c:pt idx="580">
                  <c:v>193.47264620000001</c:v>
                </c:pt>
                <c:pt idx="581">
                  <c:v>57.353992849999997</c:v>
                </c:pt>
                <c:pt idx="582">
                  <c:v>25.087570960000001</c:v>
                </c:pt>
                <c:pt idx="583">
                  <c:v>11.465782040000001</c:v>
                </c:pt>
                <c:pt idx="584">
                  <c:v>4.4095286370000002</c:v>
                </c:pt>
                <c:pt idx="585">
                  <c:v>301.52102589999998</c:v>
                </c:pt>
                <c:pt idx="586">
                  <c:v>64.261237649999998</c:v>
                </c:pt>
                <c:pt idx="587">
                  <c:v>25.464190980000001</c:v>
                </c:pt>
                <c:pt idx="588">
                  <c:v>11.06277191</c:v>
                </c:pt>
                <c:pt idx="589">
                  <c:v>4.205706985</c:v>
                </c:pt>
                <c:pt idx="590">
                  <c:v>93.232240989999994</c:v>
                </c:pt>
                <c:pt idx="591">
                  <c:v>32.934995360000002</c:v>
                </c:pt>
                <c:pt idx="592">
                  <c:v>13.23221757</c:v>
                </c:pt>
                <c:pt idx="593">
                  <c:v>4.6409374330000004</c:v>
                </c:pt>
                <c:pt idx="594">
                  <c:v>125.3532271</c:v>
                </c:pt>
                <c:pt idx="595">
                  <c:v>38.739669419999998</c:v>
                </c:pt>
                <c:pt idx="596">
                  <c:v>9.8807837579999998</c:v>
                </c:pt>
                <c:pt idx="597">
                  <c:v>435.61278859999999</c:v>
                </c:pt>
                <c:pt idx="598">
                  <c:v>113.41367270000001</c:v>
                </c:pt>
                <c:pt idx="599">
                  <c:v>44.97432972</c:v>
                </c:pt>
                <c:pt idx="600">
                  <c:v>18.485445899999998</c:v>
                </c:pt>
                <c:pt idx="601">
                  <c:v>6.2223814639999997</c:v>
                </c:pt>
                <c:pt idx="602">
                  <c:v>19.448443900000001</c:v>
                </c:pt>
                <c:pt idx="603">
                  <c:v>9.4361283060000005</c:v>
                </c:pt>
                <c:pt idx="604">
                  <c:v>3.339126405</c:v>
                </c:pt>
                <c:pt idx="605">
                  <c:v>41.619629070000002</c:v>
                </c:pt>
                <c:pt idx="606">
                  <c:v>20.133053220000001</c:v>
                </c:pt>
                <c:pt idx="607">
                  <c:v>10.129315460000001</c:v>
                </c:pt>
                <c:pt idx="608">
                  <c:v>4.3206256109999996</c:v>
                </c:pt>
                <c:pt idx="609">
                  <c:v>3.8056840709999999</c:v>
                </c:pt>
                <c:pt idx="610">
                  <c:v>147.7755421</c:v>
                </c:pt>
                <c:pt idx="611">
                  <c:v>54.110054349999999</c:v>
                </c:pt>
                <c:pt idx="612">
                  <c:v>20.892774970000001</c:v>
                </c:pt>
                <c:pt idx="613">
                  <c:v>6.6102296950000001</c:v>
                </c:pt>
                <c:pt idx="614">
                  <c:v>125.560023</c:v>
                </c:pt>
                <c:pt idx="615">
                  <c:v>40.433718079999998</c:v>
                </c:pt>
                <c:pt idx="616">
                  <c:v>18.815742820000001</c:v>
                </c:pt>
                <c:pt idx="617">
                  <c:v>9.069711538</c:v>
                </c:pt>
                <c:pt idx="618">
                  <c:v>3.7092576529999999</c:v>
                </c:pt>
                <c:pt idx="619">
                  <c:v>134.0082189</c:v>
                </c:pt>
                <c:pt idx="620">
                  <c:v>18.802715490000001</c:v>
                </c:pt>
                <c:pt idx="621">
                  <c:v>81.056270859999998</c:v>
                </c:pt>
                <c:pt idx="622">
                  <c:v>29.46731235</c:v>
                </c:pt>
                <c:pt idx="623">
                  <c:v>14.669776580000001</c:v>
                </c:pt>
                <c:pt idx="624">
                  <c:v>7.6558011739999996</c:v>
                </c:pt>
                <c:pt idx="625">
                  <c:v>3.3934785409999999</c:v>
                </c:pt>
                <c:pt idx="626">
                  <c:v>283.71415769999999</c:v>
                </c:pt>
                <c:pt idx="627">
                  <c:v>78.529211180000004</c:v>
                </c:pt>
                <c:pt idx="628">
                  <c:v>32.784431140000002</c:v>
                </c:pt>
                <c:pt idx="629">
                  <c:v>14.23887588</c:v>
                </c:pt>
                <c:pt idx="630">
                  <c:v>5.1399276240000003</c:v>
                </c:pt>
                <c:pt idx="631">
                  <c:v>450.75572890000001</c:v>
                </c:pt>
                <c:pt idx="632">
                  <c:v>128.58201579999999</c:v>
                </c:pt>
                <c:pt idx="633">
                  <c:v>40.698404719999999</c:v>
                </c:pt>
                <c:pt idx="634">
                  <c:v>10.696440129999999</c:v>
                </c:pt>
                <c:pt idx="635">
                  <c:v>147.55295839999999</c:v>
                </c:pt>
                <c:pt idx="636">
                  <c:v>41.097922850000003</c:v>
                </c:pt>
                <c:pt idx="637">
                  <c:v>18.18181818</c:v>
                </c:pt>
                <c:pt idx="638">
                  <c:v>8.6215698790000008</c:v>
                </c:pt>
                <c:pt idx="639">
                  <c:v>3.5472394249999999</c:v>
                </c:pt>
                <c:pt idx="640">
                  <c:v>266.40548480000001</c:v>
                </c:pt>
                <c:pt idx="641">
                  <c:v>61.879895560000001</c:v>
                </c:pt>
                <c:pt idx="642">
                  <c:v>24.56804137</c:v>
                </c:pt>
                <c:pt idx="643">
                  <c:v>10.61753755</c:v>
                </c:pt>
                <c:pt idx="644">
                  <c:v>3.9968173980000001</c:v>
                </c:pt>
                <c:pt idx="645">
                  <c:v>19.332041490000002</c:v>
                </c:pt>
                <c:pt idx="646">
                  <c:v>9.6314325449999991</c:v>
                </c:pt>
                <c:pt idx="647">
                  <c:v>4.0986150910000001</c:v>
                </c:pt>
                <c:pt idx="648">
                  <c:v>5.7225042300000002</c:v>
                </c:pt>
                <c:pt idx="649">
                  <c:v>6.3879119449999999</c:v>
                </c:pt>
                <c:pt idx="650">
                  <c:v>33.932307690000002</c:v>
                </c:pt>
                <c:pt idx="651">
                  <c:v>17.536195710000001</c:v>
                </c:pt>
                <c:pt idx="652">
                  <c:v>9.2061475930000007</c:v>
                </c:pt>
                <c:pt idx="653">
                  <c:v>4.0965119330000004</c:v>
                </c:pt>
                <c:pt idx="654">
                  <c:v>452.79447779999998</c:v>
                </c:pt>
                <c:pt idx="655">
                  <c:v>126.35256990000001</c:v>
                </c:pt>
                <c:pt idx="656">
                  <c:v>39.077169679999997</c:v>
                </c:pt>
                <c:pt idx="657">
                  <c:v>9.9234753940000004</c:v>
                </c:pt>
                <c:pt idx="658">
                  <c:v>68.840741570000006</c:v>
                </c:pt>
                <c:pt idx="659">
                  <c:v>31.12418005</c:v>
                </c:pt>
                <c:pt idx="660">
                  <c:v>14.56801471</c:v>
                </c:pt>
                <c:pt idx="661">
                  <c:v>5.7071960300000004</c:v>
                </c:pt>
                <c:pt idx="662">
                  <c:v>346.69211200000001</c:v>
                </c:pt>
                <c:pt idx="663">
                  <c:v>94.411670060000006</c:v>
                </c:pt>
                <c:pt idx="664">
                  <c:v>29.639708280000001</c:v>
                </c:pt>
                <c:pt idx="665">
                  <c:v>7.9130823369999996</c:v>
                </c:pt>
                <c:pt idx="666">
                  <c:v>5.0144243380000004</c:v>
                </c:pt>
                <c:pt idx="667">
                  <c:v>261.6066482</c:v>
                </c:pt>
                <c:pt idx="668">
                  <c:v>70.426966289999996</c:v>
                </c:pt>
                <c:pt idx="669">
                  <c:v>29.41176471</c:v>
                </c:pt>
                <c:pt idx="670">
                  <c:v>13.26011561</c:v>
                </c:pt>
                <c:pt idx="671">
                  <c:v>4.8608468130000002</c:v>
                </c:pt>
                <c:pt idx="672">
                  <c:v>108.07782419999999</c:v>
                </c:pt>
                <c:pt idx="673">
                  <c:v>35.479768790000001</c:v>
                </c:pt>
                <c:pt idx="674">
                  <c:v>17.404544390000002</c:v>
                </c:pt>
                <c:pt idx="675">
                  <c:v>8.8794951179999995</c:v>
                </c:pt>
                <c:pt idx="676">
                  <c:v>3.8773758429999998</c:v>
                </c:pt>
                <c:pt idx="677">
                  <c:v>9.6565526150000007</c:v>
                </c:pt>
                <c:pt idx="678">
                  <c:v>12.248912819999999</c:v>
                </c:pt>
                <c:pt idx="679">
                  <c:v>4.767429484</c:v>
                </c:pt>
                <c:pt idx="680">
                  <c:v>9.1040734640000007</c:v>
                </c:pt>
                <c:pt idx="681">
                  <c:v>49.474413769999998</c:v>
                </c:pt>
                <c:pt idx="682">
                  <c:v>20.818672299999999</c:v>
                </c:pt>
                <c:pt idx="683">
                  <c:v>11.450481509999999</c:v>
                </c:pt>
                <c:pt idx="684">
                  <c:v>6.4315955000000002</c:v>
                </c:pt>
                <c:pt idx="685">
                  <c:v>3.11299576</c:v>
                </c:pt>
                <c:pt idx="686">
                  <c:v>14.947573759999999</c:v>
                </c:pt>
                <c:pt idx="687">
                  <c:v>8.0362237939999996</c:v>
                </c:pt>
                <c:pt idx="688">
                  <c:v>3.6629989759999999</c:v>
                </c:pt>
                <c:pt idx="689">
                  <c:v>92.155913330000004</c:v>
                </c:pt>
                <c:pt idx="690">
                  <c:v>32.804623139999997</c:v>
                </c:pt>
                <c:pt idx="691">
                  <c:v>19.643302569999999</c:v>
                </c:pt>
                <c:pt idx="692">
                  <c:v>8.0566133539999996</c:v>
                </c:pt>
                <c:pt idx="693">
                  <c:v>3.4451579090000002</c:v>
                </c:pt>
                <c:pt idx="694">
                  <c:v>198.2706857</c:v>
                </c:pt>
                <c:pt idx="695">
                  <c:v>65.508836079999995</c:v>
                </c:pt>
                <c:pt idx="696">
                  <c:v>30.265596049999999</c:v>
                </c:pt>
                <c:pt idx="697">
                  <c:v>14.26416991</c:v>
                </c:pt>
                <c:pt idx="698">
                  <c:v>5.4669084320000003</c:v>
                </c:pt>
                <c:pt idx="699">
                  <c:v>4.9497734879999999</c:v>
                </c:pt>
                <c:pt idx="700">
                  <c:v>3.390270702</c:v>
                </c:pt>
                <c:pt idx="701">
                  <c:v>7.493595655</c:v>
                </c:pt>
                <c:pt idx="702">
                  <c:v>18.29834254</c:v>
                </c:pt>
                <c:pt idx="703">
                  <c:v>6.2515594869999997</c:v>
                </c:pt>
                <c:pt idx="704">
                  <c:v>10.755999149999999</c:v>
                </c:pt>
                <c:pt idx="705">
                  <c:v>168.56223180000001</c:v>
                </c:pt>
                <c:pt idx="706">
                  <c:v>57.220412600000003</c:v>
                </c:pt>
                <c:pt idx="707">
                  <c:v>20.82690187</c:v>
                </c:pt>
                <c:pt idx="708">
                  <c:v>6.6379895859999998</c:v>
                </c:pt>
                <c:pt idx="709">
                  <c:v>5.9903507630000004</c:v>
                </c:pt>
                <c:pt idx="710">
                  <c:v>142.9266513</c:v>
                </c:pt>
                <c:pt idx="711">
                  <c:v>44.93326742</c:v>
                </c:pt>
                <c:pt idx="712">
                  <c:v>20.9048753</c:v>
                </c:pt>
                <c:pt idx="713">
                  <c:v>10</c:v>
                </c:pt>
                <c:pt idx="714">
                  <c:v>4.2202318229999998</c:v>
                </c:pt>
                <c:pt idx="715">
                  <c:v>14.9825784</c:v>
                </c:pt>
                <c:pt idx="716">
                  <c:v>183.84491109999999</c:v>
                </c:pt>
                <c:pt idx="717">
                  <c:v>45.87978142</c:v>
                </c:pt>
                <c:pt idx="718">
                  <c:v>10.229923729999999</c:v>
                </c:pt>
                <c:pt idx="719">
                  <c:v>203.2893479</c:v>
                </c:pt>
                <c:pt idx="720">
                  <c:v>48.651794369999998</c:v>
                </c:pt>
                <c:pt idx="721">
                  <c:v>10.39864798</c:v>
                </c:pt>
                <c:pt idx="722">
                  <c:v>118.88338</c:v>
                </c:pt>
                <c:pt idx="723">
                  <c:v>34.704595189999999</c:v>
                </c:pt>
                <c:pt idx="724">
                  <c:v>8.9164608130000005</c:v>
                </c:pt>
                <c:pt idx="725">
                  <c:v>34.271754299999998</c:v>
                </c:pt>
                <c:pt idx="726">
                  <c:v>17.861353449999999</c:v>
                </c:pt>
                <c:pt idx="727">
                  <c:v>9.4988610480000002</c:v>
                </c:pt>
                <c:pt idx="728">
                  <c:v>4.2687747040000001</c:v>
                </c:pt>
                <c:pt idx="729">
                  <c:v>76.865979379999999</c:v>
                </c:pt>
                <c:pt idx="730">
                  <c:v>26.44809888</c:v>
                </c:pt>
                <c:pt idx="731">
                  <c:v>7.8097083200000004</c:v>
                </c:pt>
                <c:pt idx="732">
                  <c:v>139.55012009999999</c:v>
                </c:pt>
                <c:pt idx="733">
                  <c:v>53.382710590000002</c:v>
                </c:pt>
                <c:pt idx="734">
                  <c:v>21.060316749999998</c:v>
                </c:pt>
                <c:pt idx="735">
                  <c:v>7.132302009</c:v>
                </c:pt>
                <c:pt idx="736">
                  <c:v>146.44831540000001</c:v>
                </c:pt>
                <c:pt idx="737">
                  <c:v>21.29481006</c:v>
                </c:pt>
                <c:pt idx="738">
                  <c:v>23.12449891</c:v>
                </c:pt>
                <c:pt idx="739">
                  <c:v>9.2867116589999998</c:v>
                </c:pt>
                <c:pt idx="740">
                  <c:v>5.2201109409999997</c:v>
                </c:pt>
                <c:pt idx="741">
                  <c:v>3.030048077</c:v>
                </c:pt>
                <c:pt idx="742">
                  <c:v>1.5816263189999999</c:v>
                </c:pt>
                <c:pt idx="743">
                  <c:v>35.398701160000002</c:v>
                </c:pt>
                <c:pt idx="744">
                  <c:v>13.83600173</c:v>
                </c:pt>
                <c:pt idx="745">
                  <c:v>4.8014239630000004</c:v>
                </c:pt>
                <c:pt idx="746">
                  <c:v>232.42165869999999</c:v>
                </c:pt>
                <c:pt idx="747">
                  <c:v>62.189781019999998</c:v>
                </c:pt>
                <c:pt idx="748">
                  <c:v>26.15472127</c:v>
                </c:pt>
                <c:pt idx="749">
                  <c:v>11.46936416</c:v>
                </c:pt>
                <c:pt idx="750">
                  <c:v>4.4381020339999999</c:v>
                </c:pt>
                <c:pt idx="751">
                  <c:v>15.564153770000001</c:v>
                </c:pt>
                <c:pt idx="752">
                  <c:v>7.4308200050000002</c:v>
                </c:pt>
                <c:pt idx="753">
                  <c:v>4.5319752449999999</c:v>
                </c:pt>
                <c:pt idx="754">
                  <c:v>2.793846963</c:v>
                </c:pt>
                <c:pt idx="755">
                  <c:v>1.5095367850000001</c:v>
                </c:pt>
                <c:pt idx="756">
                  <c:v>71.945979129999998</c:v>
                </c:pt>
                <c:pt idx="757">
                  <c:v>19.70294973</c:v>
                </c:pt>
                <c:pt idx="758">
                  <c:v>9.0228493210000007</c:v>
                </c:pt>
                <c:pt idx="759">
                  <c:v>4.5183756559999999</c:v>
                </c:pt>
                <c:pt idx="760">
                  <c:v>2.0340481979999998</c:v>
                </c:pt>
                <c:pt idx="761">
                  <c:v>26.07443254</c:v>
                </c:pt>
                <c:pt idx="762">
                  <c:v>10.71888538</c:v>
                </c:pt>
                <c:pt idx="763">
                  <c:v>5.8999643580000001</c:v>
                </c:pt>
                <c:pt idx="764">
                  <c:v>3.3539094650000001</c:v>
                </c:pt>
                <c:pt idx="765">
                  <c:v>1.673755316</c:v>
                </c:pt>
                <c:pt idx="766">
                  <c:v>17.614234580000002</c:v>
                </c:pt>
                <c:pt idx="767">
                  <c:v>8.4863999999999997</c:v>
                </c:pt>
                <c:pt idx="768">
                  <c:v>4.3657080849999996</c:v>
                </c:pt>
                <c:pt idx="769">
                  <c:v>2.0002237389999999</c:v>
                </c:pt>
                <c:pt idx="770">
                  <c:v>35.988165680000002</c:v>
                </c:pt>
                <c:pt idx="771">
                  <c:v>13.947336780000001</c:v>
                </c:pt>
                <c:pt idx="772">
                  <c:v>7.3914104439999999</c:v>
                </c:pt>
                <c:pt idx="773">
                  <c:v>4.0680914509999999</c:v>
                </c:pt>
                <c:pt idx="774">
                  <c:v>1.9560750060000001</c:v>
                </c:pt>
                <c:pt idx="775">
                  <c:v>50.16423151</c:v>
                </c:pt>
                <c:pt idx="776">
                  <c:v>19.18751434</c:v>
                </c:pt>
                <c:pt idx="777">
                  <c:v>8.1549772439999995</c:v>
                </c:pt>
                <c:pt idx="778">
                  <c:v>3.0775706550000002</c:v>
                </c:pt>
                <c:pt idx="779">
                  <c:v>19.39421338</c:v>
                </c:pt>
                <c:pt idx="780">
                  <c:v>8.5330269960000003</c:v>
                </c:pt>
                <c:pt idx="781">
                  <c:v>4.9253905339999999</c:v>
                </c:pt>
                <c:pt idx="782">
                  <c:v>2.952494062</c:v>
                </c:pt>
                <c:pt idx="783">
                  <c:v>1.555282555</c:v>
                </c:pt>
                <c:pt idx="784">
                  <c:v>52.712841140000002</c:v>
                </c:pt>
                <c:pt idx="785">
                  <c:v>8.1852806089999994</c:v>
                </c:pt>
                <c:pt idx="786">
                  <c:v>62.34502303</c:v>
                </c:pt>
                <c:pt idx="787">
                  <c:v>22.89792491</c:v>
                </c:pt>
                <c:pt idx="788">
                  <c:v>11.59854015</c:v>
                </c:pt>
                <c:pt idx="789">
                  <c:v>6.047548291</c:v>
                </c:pt>
                <c:pt idx="790">
                  <c:v>2.7363311189999999</c:v>
                </c:pt>
                <c:pt idx="791">
                  <c:v>8.2602118000000004</c:v>
                </c:pt>
                <c:pt idx="792">
                  <c:v>4.9392194500000004</c:v>
                </c:pt>
                <c:pt idx="793">
                  <c:v>3.0371819960000002</c:v>
                </c:pt>
                <c:pt idx="794">
                  <c:v>1.6686917779999999</c:v>
                </c:pt>
                <c:pt idx="795">
                  <c:v>18.55029218</c:v>
                </c:pt>
                <c:pt idx="796">
                  <c:v>8.6382602100000003</c:v>
                </c:pt>
                <c:pt idx="797">
                  <c:v>5.1457183210000004</c:v>
                </c:pt>
                <c:pt idx="798">
                  <c:v>3.1308900519999998</c:v>
                </c:pt>
                <c:pt idx="799">
                  <c:v>1.684966789</c:v>
                </c:pt>
                <c:pt idx="800">
                  <c:v>4.647452393</c:v>
                </c:pt>
                <c:pt idx="801">
                  <c:v>2.8608855119999999</c:v>
                </c:pt>
                <c:pt idx="802">
                  <c:v>2.0199733690000001</c:v>
                </c:pt>
                <c:pt idx="803">
                  <c:v>1.448585419</c:v>
                </c:pt>
                <c:pt idx="804">
                  <c:v>0.91190610900000002</c:v>
                </c:pt>
                <c:pt idx="805">
                  <c:v>5.3415222130000002</c:v>
                </c:pt>
                <c:pt idx="806">
                  <c:v>3.0801540080000001</c:v>
                </c:pt>
                <c:pt idx="807">
                  <c:v>2.125592417</c:v>
                </c:pt>
                <c:pt idx="808">
                  <c:v>1.472755829</c:v>
                </c:pt>
                <c:pt idx="809">
                  <c:v>0.91737606400000005</c:v>
                </c:pt>
                <c:pt idx="810">
                  <c:v>8.0604323420000004</c:v>
                </c:pt>
                <c:pt idx="811">
                  <c:v>4.4650880390000003</c:v>
                </c:pt>
                <c:pt idx="812">
                  <c:v>2.9679408139999999</c:v>
                </c:pt>
                <c:pt idx="813">
                  <c:v>1.9997486170000001</c:v>
                </c:pt>
                <c:pt idx="814">
                  <c:v>1.1824570539999999</c:v>
                </c:pt>
                <c:pt idx="815">
                  <c:v>8.5454718419999995</c:v>
                </c:pt>
                <c:pt idx="816">
                  <c:v>4.4848969790000002</c:v>
                </c:pt>
                <c:pt idx="817">
                  <c:v>2.8843813389999999</c:v>
                </c:pt>
                <c:pt idx="818">
                  <c:v>1.898864809</c:v>
                </c:pt>
                <c:pt idx="819">
                  <c:v>1.14520081</c:v>
                </c:pt>
                <c:pt idx="820">
                  <c:v>16.824594650000002</c:v>
                </c:pt>
                <c:pt idx="821">
                  <c:v>7.3428815729999997</c:v>
                </c:pt>
                <c:pt idx="822">
                  <c:v>4.2552269530000002</c:v>
                </c:pt>
                <c:pt idx="823">
                  <c:v>2.599492889</c:v>
                </c:pt>
                <c:pt idx="824">
                  <c:v>1.4106939700000001</c:v>
                </c:pt>
                <c:pt idx="825">
                  <c:v>21.31436763</c:v>
                </c:pt>
                <c:pt idx="826">
                  <c:v>9.5096283029999995</c:v>
                </c:pt>
                <c:pt idx="827">
                  <c:v>5.5585831060000004</c:v>
                </c:pt>
                <c:pt idx="828">
                  <c:v>3.344883345</c:v>
                </c:pt>
                <c:pt idx="829">
                  <c:v>1.759446895</c:v>
                </c:pt>
                <c:pt idx="830">
                  <c:v>1.8866743189999999</c:v>
                </c:pt>
                <c:pt idx="831">
                  <c:v>1.141134675</c:v>
                </c:pt>
                <c:pt idx="832">
                  <c:v>9.0972540049999999</c:v>
                </c:pt>
                <c:pt idx="833">
                  <c:v>5.3621169919999998</c:v>
                </c:pt>
                <c:pt idx="834">
                  <c:v>3.2187573820000002</c:v>
                </c:pt>
                <c:pt idx="835">
                  <c:v>1.734146341</c:v>
                </c:pt>
                <c:pt idx="836">
                  <c:v>9.698161335</c:v>
                </c:pt>
                <c:pt idx="837">
                  <c:v>5.0842150720000001</c:v>
                </c:pt>
                <c:pt idx="838">
                  <c:v>3.2136209349999998</c:v>
                </c:pt>
                <c:pt idx="839">
                  <c:v>2.1060842430000002</c:v>
                </c:pt>
                <c:pt idx="840">
                  <c:v>1.269987346</c:v>
                </c:pt>
                <c:pt idx="841">
                  <c:v>6.6945606690000004</c:v>
                </c:pt>
                <c:pt idx="842">
                  <c:v>3.9302452319999999</c:v>
                </c:pt>
                <c:pt idx="843">
                  <c:v>2.640716576</c:v>
                </c:pt>
                <c:pt idx="844">
                  <c:v>1.879851502</c:v>
                </c:pt>
                <c:pt idx="845">
                  <c:v>1.151504589</c:v>
                </c:pt>
                <c:pt idx="846">
                  <c:v>10.906923949999999</c:v>
                </c:pt>
                <c:pt idx="847">
                  <c:v>5.7371757929999996</c:v>
                </c:pt>
                <c:pt idx="848">
                  <c:v>3.7657784009999999</c:v>
                </c:pt>
                <c:pt idx="849">
                  <c:v>2.5086237659999999</c:v>
                </c:pt>
                <c:pt idx="850">
                  <c:v>1.466322517</c:v>
                </c:pt>
                <c:pt idx="851">
                  <c:v>2.2167388460000002</c:v>
                </c:pt>
                <c:pt idx="852">
                  <c:v>1.5477654780000001</c:v>
                </c:pt>
                <c:pt idx="853">
                  <c:v>0.96805247000000005</c:v>
                </c:pt>
                <c:pt idx="854">
                  <c:v>13.146963059999999</c:v>
                </c:pt>
                <c:pt idx="855">
                  <c:v>6.4838047449999996</c:v>
                </c:pt>
                <c:pt idx="856">
                  <c:v>4.0664044419999996</c:v>
                </c:pt>
                <c:pt idx="857">
                  <c:v>2.5765786990000001</c:v>
                </c:pt>
                <c:pt idx="858">
                  <c:v>2.2030185000000002</c:v>
                </c:pt>
                <c:pt idx="859">
                  <c:v>19.20903955</c:v>
                </c:pt>
                <c:pt idx="860">
                  <c:v>4.61277106</c:v>
                </c:pt>
                <c:pt idx="861">
                  <c:v>11.201227530000001</c:v>
                </c:pt>
                <c:pt idx="862">
                  <c:v>3.3421079279999999</c:v>
                </c:pt>
                <c:pt idx="863">
                  <c:v>2.9662126770000001</c:v>
                </c:pt>
                <c:pt idx="864">
                  <c:v>1.992787498</c:v>
                </c:pt>
                <c:pt idx="865">
                  <c:v>1.497282609</c:v>
                </c:pt>
                <c:pt idx="866">
                  <c:v>1.115651932</c:v>
                </c:pt>
                <c:pt idx="867">
                  <c:v>0.74648906900000001</c:v>
                </c:pt>
                <c:pt idx="868">
                  <c:v>3.8265835930000001</c:v>
                </c:pt>
                <c:pt idx="869">
                  <c:v>2.4646304379999999</c:v>
                </c:pt>
                <c:pt idx="870">
                  <c:v>1.8087681550000001</c:v>
                </c:pt>
                <c:pt idx="871">
                  <c:v>1.3180381919999999</c:v>
                </c:pt>
                <c:pt idx="872">
                  <c:v>0.85808109700000001</c:v>
                </c:pt>
                <c:pt idx="873">
                  <c:v>3.2713516290000002</c:v>
                </c:pt>
                <c:pt idx="874">
                  <c:v>2.1721525599999998</c:v>
                </c:pt>
                <c:pt idx="875">
                  <c:v>1.6179596169999999</c:v>
                </c:pt>
                <c:pt idx="876">
                  <c:v>1.191420038</c:v>
                </c:pt>
                <c:pt idx="877">
                  <c:v>0.79042508099999997</c:v>
                </c:pt>
                <c:pt idx="878">
                  <c:v>3.0449600210000001</c:v>
                </c:pt>
                <c:pt idx="879">
                  <c:v>2.167888075</c:v>
                </c:pt>
                <c:pt idx="880">
                  <c:v>1.5475704370000001</c:v>
                </c:pt>
                <c:pt idx="881">
                  <c:v>0.98147362500000002</c:v>
                </c:pt>
                <c:pt idx="882">
                  <c:v>3.6981132080000001</c:v>
                </c:pt>
                <c:pt idx="883">
                  <c:v>2.5826500929999998</c:v>
                </c:pt>
                <c:pt idx="884">
                  <c:v>1.8021058320000001</c:v>
                </c:pt>
                <c:pt idx="885">
                  <c:v>1.1156271900000001</c:v>
                </c:pt>
                <c:pt idx="886">
                  <c:v>5.2671562420000004</c:v>
                </c:pt>
                <c:pt idx="887">
                  <c:v>3.247389455</c:v>
                </c:pt>
                <c:pt idx="888">
                  <c:v>2.3083977469999999</c:v>
                </c:pt>
                <c:pt idx="889">
                  <c:v>1.6368012839999999</c:v>
                </c:pt>
                <c:pt idx="890">
                  <c:v>1.033985296</c:v>
                </c:pt>
                <c:pt idx="891">
                  <c:v>4.4629701429999997</c:v>
                </c:pt>
                <c:pt idx="892">
                  <c:v>3.0622701000000001</c:v>
                </c:pt>
                <c:pt idx="893">
                  <c:v>2.0898123320000002</c:v>
                </c:pt>
                <c:pt idx="894">
                  <c:v>1.2592489570000001</c:v>
                </c:pt>
                <c:pt idx="895">
                  <c:v>3.5805693390000002</c:v>
                </c:pt>
                <c:pt idx="896">
                  <c:v>2.391420197</c:v>
                </c:pt>
                <c:pt idx="897">
                  <c:v>1.4143646409999999</c:v>
                </c:pt>
                <c:pt idx="898">
                  <c:v>4.7436712889999999</c:v>
                </c:pt>
                <c:pt idx="899">
                  <c:v>3.2260566110000002</c:v>
                </c:pt>
                <c:pt idx="900">
                  <c:v>2.201713909</c:v>
                </c:pt>
                <c:pt idx="901">
                  <c:v>1.3189773039999999</c:v>
                </c:pt>
                <c:pt idx="902">
                  <c:v>4.1632070580000002</c:v>
                </c:pt>
                <c:pt idx="903">
                  <c:v>2.7282349830000001</c:v>
                </c:pt>
                <c:pt idx="904">
                  <c:v>1.577070762</c:v>
                </c:pt>
                <c:pt idx="905">
                  <c:v>4.9219467400000001</c:v>
                </c:pt>
                <c:pt idx="906">
                  <c:v>3.006421483</c:v>
                </c:pt>
                <c:pt idx="907">
                  <c:v>2.1345652689999999</c:v>
                </c:pt>
                <c:pt idx="908">
                  <c:v>1.5154078550000001</c:v>
                </c:pt>
                <c:pt idx="909">
                  <c:v>0.95743615400000004</c:v>
                </c:pt>
                <c:pt idx="910">
                  <c:v>7.620140063</c:v>
                </c:pt>
                <c:pt idx="911">
                  <c:v>4.3187123730000003</c:v>
                </c:pt>
                <c:pt idx="912">
                  <c:v>2.932518398</c:v>
                </c:pt>
                <c:pt idx="913">
                  <c:v>2.0040691759999998</c:v>
                </c:pt>
                <c:pt idx="914">
                  <c:v>1.2014492750000001</c:v>
                </c:pt>
                <c:pt idx="915">
                  <c:v>5.5505240010000003</c:v>
                </c:pt>
                <c:pt idx="916">
                  <c:v>3.4956042510000001</c:v>
                </c:pt>
                <c:pt idx="917">
                  <c:v>1.934519766</c:v>
                </c:pt>
                <c:pt idx="918">
                  <c:v>5.4231366459999997</c:v>
                </c:pt>
                <c:pt idx="919">
                  <c:v>2.7866220739999998</c:v>
                </c:pt>
                <c:pt idx="920">
                  <c:v>21.074034210000001</c:v>
                </c:pt>
                <c:pt idx="921">
                  <c:v>9.4214876029999992</c:v>
                </c:pt>
                <c:pt idx="922">
                  <c:v>5.4668804739999999</c:v>
                </c:pt>
                <c:pt idx="923">
                  <c:v>3.2533299819999999</c:v>
                </c:pt>
                <c:pt idx="924">
                  <c:v>1.6924476799999999</c:v>
                </c:pt>
                <c:pt idx="925">
                  <c:v>3.1930497569999998</c:v>
                </c:pt>
                <c:pt idx="926">
                  <c:v>2.131109833</c:v>
                </c:pt>
                <c:pt idx="927">
                  <c:v>1.575558937</c:v>
                </c:pt>
                <c:pt idx="928">
                  <c:v>1.1455764399999999</c:v>
                </c:pt>
                <c:pt idx="929">
                  <c:v>65.266011520000006</c:v>
                </c:pt>
                <c:pt idx="930">
                  <c:v>24.068767909999998</c:v>
                </c:pt>
                <c:pt idx="931">
                  <c:v>12.37951457</c:v>
                </c:pt>
                <c:pt idx="932">
                  <c:v>6.5993623799999996</c:v>
                </c:pt>
                <c:pt idx="933">
                  <c:v>3.0291970799999999</c:v>
                </c:pt>
                <c:pt idx="934">
                  <c:v>7.6335781210000002</c:v>
                </c:pt>
                <c:pt idx="935">
                  <c:v>4.0948331400000004</c:v>
                </c:pt>
                <c:pt idx="936">
                  <c:v>2.6876227899999998</c:v>
                </c:pt>
                <c:pt idx="937">
                  <c:v>1.784282277</c:v>
                </c:pt>
                <c:pt idx="938">
                  <c:v>1.053814147</c:v>
                </c:pt>
                <c:pt idx="939">
                  <c:v>3.5711521089999998</c:v>
                </c:pt>
                <c:pt idx="940">
                  <c:v>2.1561924800000001</c:v>
                </c:pt>
                <c:pt idx="941">
                  <c:v>1.53249532</c:v>
                </c:pt>
                <c:pt idx="942">
                  <c:v>1.0950102530000001</c:v>
                </c:pt>
                <c:pt idx="943">
                  <c:v>0.70370370400000004</c:v>
                </c:pt>
                <c:pt idx="944">
                  <c:v>2.926891291</c:v>
                </c:pt>
                <c:pt idx="945">
                  <c:v>1.8864990930000001</c:v>
                </c:pt>
                <c:pt idx="946">
                  <c:v>1.390353189</c:v>
                </c:pt>
                <c:pt idx="947">
                  <c:v>1.026400862</c:v>
                </c:pt>
                <c:pt idx="948">
                  <c:v>0.67620650999999998</c:v>
                </c:pt>
                <c:pt idx="949">
                  <c:v>7.6432982989999996</c:v>
                </c:pt>
                <c:pt idx="950">
                  <c:v>4.6971529079999996</c:v>
                </c:pt>
                <c:pt idx="951">
                  <c:v>3.3144002669999999</c:v>
                </c:pt>
                <c:pt idx="952">
                  <c:v>2.3208422959999999</c:v>
                </c:pt>
                <c:pt idx="953">
                  <c:v>1.4260727609999999</c:v>
                </c:pt>
                <c:pt idx="954">
                  <c:v>1.253896363</c:v>
                </c:pt>
                <c:pt idx="955">
                  <c:v>0.92765841699999996</c:v>
                </c:pt>
                <c:pt idx="956">
                  <c:v>0.74968832200000002</c:v>
                </c:pt>
                <c:pt idx="957">
                  <c:v>0.59364358699999997</c:v>
                </c:pt>
                <c:pt idx="958">
                  <c:v>0.430650431</c:v>
                </c:pt>
                <c:pt idx="959">
                  <c:v>1.2103889320000001</c:v>
                </c:pt>
                <c:pt idx="960">
                  <c:v>0.911658894</c:v>
                </c:pt>
                <c:pt idx="961">
                  <c:v>0.74066530900000005</c:v>
                </c:pt>
                <c:pt idx="962">
                  <c:v>0.59368479600000001</c:v>
                </c:pt>
                <c:pt idx="963">
                  <c:v>0.434314011</c:v>
                </c:pt>
                <c:pt idx="964">
                  <c:v>2.2574775389999999</c:v>
                </c:pt>
                <c:pt idx="965">
                  <c:v>1.6585704370000001</c:v>
                </c:pt>
                <c:pt idx="966">
                  <c:v>1.3154803850000001</c:v>
                </c:pt>
                <c:pt idx="967">
                  <c:v>1.0259911370000001</c:v>
                </c:pt>
                <c:pt idx="968">
                  <c:v>0.71721311499999996</c:v>
                </c:pt>
                <c:pt idx="969">
                  <c:v>89.265106149999994</c:v>
                </c:pt>
                <c:pt idx="970">
                  <c:v>31.205125370000001</c:v>
                </c:pt>
                <c:pt idx="971">
                  <c:v>15.56799105</c:v>
                </c:pt>
                <c:pt idx="972">
                  <c:v>7.9371942200000003</c:v>
                </c:pt>
                <c:pt idx="973">
                  <c:v>3.4411626819999999</c:v>
                </c:pt>
                <c:pt idx="974">
                  <c:v>198.34983500000001</c:v>
                </c:pt>
                <c:pt idx="975">
                  <c:v>53.932960889999997</c:v>
                </c:pt>
                <c:pt idx="976">
                  <c:v>22.83678317</c:v>
                </c:pt>
                <c:pt idx="977">
                  <c:v>10.274839010000001</c:v>
                </c:pt>
                <c:pt idx="978">
                  <c:v>3.9632701419999998</c:v>
                </c:pt>
                <c:pt idx="979">
                  <c:v>21.739669930000002</c:v>
                </c:pt>
                <c:pt idx="980">
                  <c:v>9.8990663639999994</c:v>
                </c:pt>
                <c:pt idx="981">
                  <c:v>5.7838114750000003</c:v>
                </c:pt>
                <c:pt idx="982">
                  <c:v>3.4481858519999999</c:v>
                </c:pt>
                <c:pt idx="983">
                  <c:v>1.7862451020000001</c:v>
                </c:pt>
                <c:pt idx="984">
                  <c:v>6.4511776249999997</c:v>
                </c:pt>
                <c:pt idx="985">
                  <c:v>3.8000748780000002</c:v>
                </c:pt>
                <c:pt idx="986">
                  <c:v>2.6388536650000001</c:v>
                </c:pt>
                <c:pt idx="987">
                  <c:v>1.828652776</c:v>
                </c:pt>
                <c:pt idx="988">
                  <c:v>1.1124546550000001</c:v>
                </c:pt>
                <c:pt idx="989">
                  <c:v>10.36627335</c:v>
                </c:pt>
                <c:pt idx="990">
                  <c:v>5.727136432</c:v>
                </c:pt>
                <c:pt idx="991">
                  <c:v>3.785188942</c:v>
                </c:pt>
                <c:pt idx="992">
                  <c:v>2.5045231330000002</c:v>
                </c:pt>
                <c:pt idx="993">
                  <c:v>1.439089692</c:v>
                </c:pt>
                <c:pt idx="994">
                  <c:v>12.03602484</c:v>
                </c:pt>
                <c:pt idx="995">
                  <c:v>5.741845412</c:v>
                </c:pt>
                <c:pt idx="996">
                  <c:v>3.5344160869999999</c:v>
                </c:pt>
                <c:pt idx="997">
                  <c:v>2.2305467929999998</c:v>
                </c:pt>
                <c:pt idx="998">
                  <c:v>1.2504769689999999</c:v>
                </c:pt>
                <c:pt idx="999">
                  <c:v>24.98114021</c:v>
                </c:pt>
                <c:pt idx="1000">
                  <c:v>12.13014521</c:v>
                </c:pt>
                <c:pt idx="1001">
                  <c:v>6.2097669260000004</c:v>
                </c:pt>
                <c:pt idx="1002">
                  <c:v>2.7691428569999998</c:v>
                </c:pt>
                <c:pt idx="1003">
                  <c:v>19.453530879999999</c:v>
                </c:pt>
                <c:pt idx="1004">
                  <c:v>7.1910112359999996</c:v>
                </c:pt>
                <c:pt idx="1005">
                  <c:v>3.9750322009999999</c:v>
                </c:pt>
                <c:pt idx="1006">
                  <c:v>2.3446954419999999</c:v>
                </c:pt>
                <c:pt idx="1007">
                  <c:v>1.2407619439999999</c:v>
                </c:pt>
                <c:pt idx="1008">
                  <c:v>12.78054863</c:v>
                </c:pt>
                <c:pt idx="1009">
                  <c:v>6.9122141429999999</c:v>
                </c:pt>
                <c:pt idx="1010">
                  <c:v>4.5030425960000002</c:v>
                </c:pt>
                <c:pt idx="1011">
                  <c:v>2.9361979169999999</c:v>
                </c:pt>
                <c:pt idx="1012">
                  <c:v>1.656050955</c:v>
                </c:pt>
                <c:pt idx="1013">
                  <c:v>392.460733</c:v>
                </c:pt>
                <c:pt idx="1014">
                  <c:v>69.464513389999993</c:v>
                </c:pt>
                <c:pt idx="1015">
                  <c:v>12.22331262</c:v>
                </c:pt>
                <c:pt idx="1016">
                  <c:v>160.2018291</c:v>
                </c:pt>
                <c:pt idx="1017">
                  <c:v>16.528212320000002</c:v>
                </c:pt>
                <c:pt idx="1018">
                  <c:v>25.821052630000001</c:v>
                </c:pt>
                <c:pt idx="1019">
                  <c:v>10.79436259</c:v>
                </c:pt>
                <c:pt idx="1020">
                  <c:v>6.0862982590000003</c:v>
                </c:pt>
                <c:pt idx="1021">
                  <c:v>3.5718210789999998</c:v>
                </c:pt>
                <c:pt idx="1022">
                  <c:v>1.849966056</c:v>
                </c:pt>
                <c:pt idx="1023">
                  <c:v>1.96916242</c:v>
                </c:pt>
                <c:pt idx="1024">
                  <c:v>1.4043970690000001</c:v>
                </c:pt>
                <c:pt idx="1025">
                  <c:v>1.096717309</c:v>
                </c:pt>
                <c:pt idx="1026">
                  <c:v>0.84913254699999996</c:v>
                </c:pt>
                <c:pt idx="1027">
                  <c:v>0.59104737100000004</c:v>
                </c:pt>
                <c:pt idx="1028">
                  <c:v>2.556274256</c:v>
                </c:pt>
                <c:pt idx="1029">
                  <c:v>1.751911416</c:v>
                </c:pt>
                <c:pt idx="1030">
                  <c:v>1.3399061029999999</c:v>
                </c:pt>
                <c:pt idx="1031">
                  <c:v>1.0133022490000001</c:v>
                </c:pt>
                <c:pt idx="1032">
                  <c:v>0.687142857</c:v>
                </c:pt>
                <c:pt idx="1033">
                  <c:v>5.9206333879999997</c:v>
                </c:pt>
                <c:pt idx="1034">
                  <c:v>3.2817549700000002</c:v>
                </c:pt>
                <c:pt idx="1035">
                  <c:v>2.2085524360000002</c:v>
                </c:pt>
                <c:pt idx="1036">
                  <c:v>1.5069598550000001</c:v>
                </c:pt>
                <c:pt idx="1037">
                  <c:v>0.91614713199999998</c:v>
                </c:pt>
                <c:pt idx="1038">
                  <c:v>1.732648333</c:v>
                </c:pt>
                <c:pt idx="1039">
                  <c:v>1.2266857959999999</c:v>
                </c:pt>
                <c:pt idx="1040">
                  <c:v>0.78004439299999995</c:v>
                </c:pt>
                <c:pt idx="1041">
                  <c:v>6.0949665529999999</c:v>
                </c:pt>
                <c:pt idx="1042">
                  <c:v>3.7343889379999999</c:v>
                </c:pt>
                <c:pt idx="1043">
                  <c:v>2.614896989</c:v>
                </c:pt>
                <c:pt idx="1044">
                  <c:v>1.8107328330000001</c:v>
                </c:pt>
                <c:pt idx="1045">
                  <c:v>1.094754451</c:v>
                </c:pt>
                <c:pt idx="1046">
                  <c:v>3.633691351</c:v>
                </c:pt>
                <c:pt idx="1047">
                  <c:v>2.4246953320000002</c:v>
                </c:pt>
                <c:pt idx="1048">
                  <c:v>1.8050204320000001</c:v>
                </c:pt>
                <c:pt idx="1049">
                  <c:v>1.326348375</c:v>
                </c:pt>
                <c:pt idx="1050">
                  <c:v>0.85862324199999995</c:v>
                </c:pt>
                <c:pt idx="1051">
                  <c:v>7.8764523180000001</c:v>
                </c:pt>
                <c:pt idx="1052">
                  <c:v>4.4540565819999998</c:v>
                </c:pt>
                <c:pt idx="1053">
                  <c:v>3.0071174379999999</c:v>
                </c:pt>
                <c:pt idx="1054">
                  <c:v>2.0471299090000001</c:v>
                </c:pt>
                <c:pt idx="1055">
                  <c:v>1.2335958010000001</c:v>
                </c:pt>
                <c:pt idx="1056">
                  <c:v>12.32119245</c:v>
                </c:pt>
                <c:pt idx="1057">
                  <c:v>6.5123381379999996</c:v>
                </c:pt>
                <c:pt idx="1058">
                  <c:v>4.1973472169999999</c:v>
                </c:pt>
                <c:pt idx="1059">
                  <c:v>2.727961606</c:v>
                </c:pt>
                <c:pt idx="1060">
                  <c:v>1.5519268450000001</c:v>
                </c:pt>
                <c:pt idx="1061">
                  <c:v>7.5224351199999999</c:v>
                </c:pt>
                <c:pt idx="1062">
                  <c:v>4.4271796769999998</c:v>
                </c:pt>
                <c:pt idx="1063">
                  <c:v>3.0478337089999998</c:v>
                </c:pt>
                <c:pt idx="1064">
                  <c:v>2.0947153429999998</c:v>
                </c:pt>
                <c:pt idx="1065">
                  <c:v>1.2701309000000001</c:v>
                </c:pt>
                <c:pt idx="1066">
                  <c:v>53.028526769999999</c:v>
                </c:pt>
                <c:pt idx="1067">
                  <c:v>8.1606087909999996</c:v>
                </c:pt>
                <c:pt idx="1068">
                  <c:v>76.568397430000005</c:v>
                </c:pt>
                <c:pt idx="1069">
                  <c:v>26.320676850000002</c:v>
                </c:pt>
                <c:pt idx="1070">
                  <c:v>10.8611489</c:v>
                </c:pt>
                <c:pt idx="1071">
                  <c:v>4.068669528</c:v>
                </c:pt>
                <c:pt idx="1072">
                  <c:v>3.5856044059999999</c:v>
                </c:pt>
                <c:pt idx="1073">
                  <c:v>50.010050249999999</c:v>
                </c:pt>
                <c:pt idx="1074">
                  <c:v>18.132763180000001</c:v>
                </c:pt>
                <c:pt idx="1075">
                  <c:v>9.5920049449999993</c:v>
                </c:pt>
                <c:pt idx="1076">
                  <c:v>5.3184147230000001</c:v>
                </c:pt>
                <c:pt idx="1077">
                  <c:v>2.5544937179999998</c:v>
                </c:pt>
                <c:pt idx="1078">
                  <c:v>72.312606049999999</c:v>
                </c:pt>
                <c:pt idx="1079">
                  <c:v>24.671385239999999</c:v>
                </c:pt>
                <c:pt idx="1080">
                  <c:v>12.3887468</c:v>
                </c:pt>
                <c:pt idx="1081">
                  <c:v>6.5165040479999998</c:v>
                </c:pt>
                <c:pt idx="1082">
                  <c:v>2.9533347540000001</c:v>
                </c:pt>
                <c:pt idx="1083">
                  <c:v>3.9870013449999999</c:v>
                </c:pt>
                <c:pt idx="1084">
                  <c:v>2.65770895</c:v>
                </c:pt>
                <c:pt idx="1085">
                  <c:v>1.9706595819999999</c:v>
                </c:pt>
                <c:pt idx="1086">
                  <c:v>1.448746616</c:v>
                </c:pt>
                <c:pt idx="1087">
                  <c:v>0.95193477699999995</c:v>
                </c:pt>
                <c:pt idx="1088">
                  <c:v>2.1802209499999998</c:v>
                </c:pt>
                <c:pt idx="1089">
                  <c:v>1.525722818</c:v>
                </c:pt>
                <c:pt idx="1090">
                  <c:v>1.176641327</c:v>
                </c:pt>
                <c:pt idx="1091">
                  <c:v>0.90198019799999996</c:v>
                </c:pt>
                <c:pt idx="1092">
                  <c:v>0.62195302100000005</c:v>
                </c:pt>
                <c:pt idx="1093">
                  <c:v>7.7871255579999996</c:v>
                </c:pt>
                <c:pt idx="1094">
                  <c:v>4.4595821979999997</c:v>
                </c:pt>
                <c:pt idx="1095">
                  <c:v>3.042446612</c:v>
                </c:pt>
                <c:pt idx="1096">
                  <c:v>2.0729082590000001</c:v>
                </c:pt>
                <c:pt idx="1097">
                  <c:v>1.2495113099999999</c:v>
                </c:pt>
                <c:pt idx="1098">
                  <c:v>6.4926234770000004</c:v>
                </c:pt>
                <c:pt idx="1099">
                  <c:v>4.2149837129999996</c:v>
                </c:pt>
                <c:pt idx="1100">
                  <c:v>2.7567423940000002</c:v>
                </c:pt>
                <c:pt idx="1101">
                  <c:v>1.5808317270000001</c:v>
                </c:pt>
                <c:pt idx="1102">
                  <c:v>9.4858742679999999</c:v>
                </c:pt>
                <c:pt idx="1103">
                  <c:v>5.5853753399999997</c:v>
                </c:pt>
                <c:pt idx="1104">
                  <c:v>2.849865952</c:v>
                </c:pt>
                <c:pt idx="1105">
                  <c:v>66.144896880000005</c:v>
                </c:pt>
                <c:pt idx="1106">
                  <c:v>10.94106154</c:v>
                </c:pt>
                <c:pt idx="1107">
                  <c:v>355.515041</c:v>
                </c:pt>
                <c:pt idx="1108">
                  <c:v>57.64017252</c:v>
                </c:pt>
                <c:pt idx="1109">
                  <c:v>10.65979164</c:v>
                </c:pt>
                <c:pt idx="1110">
                  <c:v>10.46382657</c:v>
                </c:pt>
                <c:pt idx="1111">
                  <c:v>6.4273832369999999</c:v>
                </c:pt>
                <c:pt idx="1112">
                  <c:v>3.9788732389999999</c:v>
                </c:pt>
                <c:pt idx="1113">
                  <c:v>2.1438208310000002</c:v>
                </c:pt>
                <c:pt idx="1114">
                  <c:v>4.2590001270000002</c:v>
                </c:pt>
                <c:pt idx="1115">
                  <c:v>2.716321244</c:v>
                </c:pt>
                <c:pt idx="1116">
                  <c:v>1.977877272</c:v>
                </c:pt>
                <c:pt idx="1117">
                  <c:v>1.431069267</c:v>
                </c:pt>
                <c:pt idx="1118">
                  <c:v>0.92103424199999995</c:v>
                </c:pt>
                <c:pt idx="1119">
                  <c:v>3.9447075389999999</c:v>
                </c:pt>
                <c:pt idx="1120">
                  <c:v>2.7421661679999998</c:v>
                </c:pt>
                <c:pt idx="1121">
                  <c:v>1.905267348</c:v>
                </c:pt>
                <c:pt idx="1122">
                  <c:v>1.1720578109999999</c:v>
                </c:pt>
                <c:pt idx="1123">
                  <c:v>20.476840930000002</c:v>
                </c:pt>
                <c:pt idx="1124">
                  <c:v>9.9608635270000008</c:v>
                </c:pt>
                <c:pt idx="1125">
                  <c:v>6.1376746569999998</c:v>
                </c:pt>
                <c:pt idx="1126">
                  <c:v>3.7052521559999998</c:v>
                </c:pt>
                <c:pt idx="1127">
                  <c:v>2.0016229380000001</c:v>
                </c:pt>
                <c:pt idx="1128">
                  <c:v>10.1208139</c:v>
                </c:pt>
                <c:pt idx="1129">
                  <c:v>5.1570905959999997</c:v>
                </c:pt>
                <c:pt idx="1130">
                  <c:v>3.3180628269999999</c:v>
                </c:pt>
                <c:pt idx="1131">
                  <c:v>2.1495949400000001</c:v>
                </c:pt>
                <c:pt idx="1132">
                  <c:v>1.2416953040000001</c:v>
                </c:pt>
                <c:pt idx="1133">
                  <c:v>44.529373229999997</c:v>
                </c:pt>
                <c:pt idx="1134">
                  <c:v>17.46260388</c:v>
                </c:pt>
                <c:pt idx="1135">
                  <c:v>9.4229905699999996</c:v>
                </c:pt>
                <c:pt idx="1136">
                  <c:v>5.2482593309999999</c:v>
                </c:pt>
                <c:pt idx="1137">
                  <c:v>2.5441072689999999</c:v>
                </c:pt>
                <c:pt idx="1138">
                  <c:v>52.366360229999998</c:v>
                </c:pt>
                <c:pt idx="1139">
                  <c:v>20.785804819999999</c:v>
                </c:pt>
                <c:pt idx="1140">
                  <c:v>11.17598972</c:v>
                </c:pt>
                <c:pt idx="1141">
                  <c:v>6.1128266030000002</c:v>
                </c:pt>
                <c:pt idx="1142">
                  <c:v>2.8884535329999999</c:v>
                </c:pt>
                <c:pt idx="1143">
                  <c:v>23.020821860000002</c:v>
                </c:pt>
                <c:pt idx="1144">
                  <c:v>10.28072922</c:v>
                </c:pt>
                <c:pt idx="1145">
                  <c:v>6.0544217690000002</c:v>
                </c:pt>
                <c:pt idx="1146">
                  <c:v>3.6113995619999999</c:v>
                </c:pt>
                <c:pt idx="1147">
                  <c:v>1.9150202329999999</c:v>
                </c:pt>
                <c:pt idx="1148">
                  <c:v>36.573052869999998</c:v>
                </c:pt>
                <c:pt idx="1149">
                  <c:v>15.69017341</c:v>
                </c:pt>
                <c:pt idx="1150">
                  <c:v>8.7658079630000003</c:v>
                </c:pt>
                <c:pt idx="1151">
                  <c:v>5.0554033120000001</c:v>
                </c:pt>
                <c:pt idx="1152">
                  <c:v>2.5049164209999999</c:v>
                </c:pt>
                <c:pt idx="1153">
                  <c:v>26.56634446</c:v>
                </c:pt>
                <c:pt idx="1154">
                  <c:v>11.82000669</c:v>
                </c:pt>
                <c:pt idx="1155">
                  <c:v>6.8324666519999999</c:v>
                </c:pt>
                <c:pt idx="1156">
                  <c:v>4.0586543989999999</c:v>
                </c:pt>
                <c:pt idx="1157">
                  <c:v>2.111322098</c:v>
                </c:pt>
                <c:pt idx="1158">
                  <c:v>33.890041490000002</c:v>
                </c:pt>
                <c:pt idx="1159">
                  <c:v>14.767697829999999</c:v>
                </c:pt>
                <c:pt idx="1160">
                  <c:v>8.3584018800000006</c:v>
                </c:pt>
                <c:pt idx="1161">
                  <c:v>4.8463102500000002</c:v>
                </c:pt>
                <c:pt idx="1162">
                  <c:v>2.5370370370000002</c:v>
                </c:pt>
                <c:pt idx="1163">
                  <c:v>61.364863409999998</c:v>
                </c:pt>
                <c:pt idx="1164">
                  <c:v>20.300999669999999</c:v>
                </c:pt>
                <c:pt idx="1165">
                  <c:v>9.6810047790000002</c:v>
                </c:pt>
                <c:pt idx="1166">
                  <c:v>4.9072817730000002</c:v>
                </c:pt>
                <c:pt idx="1167">
                  <c:v>2.1693491950000001</c:v>
                </c:pt>
                <c:pt idx="1168">
                  <c:v>78.373956960000001</c:v>
                </c:pt>
                <c:pt idx="1169">
                  <c:v>23.244117320000001</c:v>
                </c:pt>
                <c:pt idx="1170">
                  <c:v>10.489652830000001</c:v>
                </c:pt>
                <c:pt idx="1171">
                  <c:v>5.0586881469999998</c:v>
                </c:pt>
                <c:pt idx="1172">
                  <c:v>2.1501544309999998</c:v>
                </c:pt>
                <c:pt idx="1173">
                  <c:v>80.495633440000006</c:v>
                </c:pt>
                <c:pt idx="1174">
                  <c:v>24.359092480000001</c:v>
                </c:pt>
                <c:pt idx="1175">
                  <c:v>11.04249358</c:v>
                </c:pt>
                <c:pt idx="1176">
                  <c:v>5.406272274</c:v>
                </c:pt>
                <c:pt idx="1177">
                  <c:v>2.363614074</c:v>
                </c:pt>
                <c:pt idx="1178">
                  <c:v>28.513856690000001</c:v>
                </c:pt>
                <c:pt idx="1179">
                  <c:v>12.12155192</c:v>
                </c:pt>
                <c:pt idx="1180">
                  <c:v>6.8603593360000001</c:v>
                </c:pt>
                <c:pt idx="1181">
                  <c:v>3.9099745430000001</c:v>
                </c:pt>
                <c:pt idx="1182">
                  <c:v>2.0267526569999998</c:v>
                </c:pt>
                <c:pt idx="1183">
                  <c:v>38.404218729999997</c:v>
                </c:pt>
                <c:pt idx="1184">
                  <c:v>15.510013969999999</c:v>
                </c:pt>
                <c:pt idx="1185">
                  <c:v>8.4580873669999992</c:v>
                </c:pt>
                <c:pt idx="1186">
                  <c:v>4.7218551</c:v>
                </c:pt>
                <c:pt idx="1187">
                  <c:v>2.283269255</c:v>
                </c:pt>
                <c:pt idx="1188">
                  <c:v>44.885245900000001</c:v>
                </c:pt>
                <c:pt idx="1189">
                  <c:v>17.051381639999999</c:v>
                </c:pt>
                <c:pt idx="1190">
                  <c:v>8.9075157520000001</c:v>
                </c:pt>
                <c:pt idx="1191">
                  <c:v>4.7916666670000003</c:v>
                </c:pt>
                <c:pt idx="1192">
                  <c:v>2.2253720769999998</c:v>
                </c:pt>
                <c:pt idx="1193">
                  <c:v>51.76124136</c:v>
                </c:pt>
                <c:pt idx="1194">
                  <c:v>18.138946399999998</c:v>
                </c:pt>
                <c:pt idx="1195">
                  <c:v>9.07860975</c:v>
                </c:pt>
                <c:pt idx="1196">
                  <c:v>4.7643916910000002</c:v>
                </c:pt>
                <c:pt idx="1197">
                  <c:v>2.1751377829999998</c:v>
                </c:pt>
                <c:pt idx="1198">
                  <c:v>9.6579538490000001</c:v>
                </c:pt>
                <c:pt idx="1199">
                  <c:v>4.8285151800000001</c:v>
                </c:pt>
                <c:pt idx="1200">
                  <c:v>3.079508455</c:v>
                </c:pt>
                <c:pt idx="1201">
                  <c:v>1.987610809</c:v>
                </c:pt>
                <c:pt idx="1202">
                  <c:v>1.150500936</c:v>
                </c:pt>
                <c:pt idx="1203">
                  <c:v>12.37217665</c:v>
                </c:pt>
                <c:pt idx="1204">
                  <c:v>6.2146118719999999</c:v>
                </c:pt>
                <c:pt idx="1205">
                  <c:v>3.9356406989999999</c:v>
                </c:pt>
                <c:pt idx="1206">
                  <c:v>2.5002945680000002</c:v>
                </c:pt>
                <c:pt idx="1207">
                  <c:v>1.3991969829999999</c:v>
                </c:pt>
                <c:pt idx="1208">
                  <c:v>4.5944726449999997</c:v>
                </c:pt>
                <c:pt idx="1209">
                  <c:v>3.064423847</c:v>
                </c:pt>
                <c:pt idx="1210">
                  <c:v>2.0545390979999998</c:v>
                </c:pt>
                <c:pt idx="1211">
                  <c:v>4.7925552539999998</c:v>
                </c:pt>
                <c:pt idx="1212">
                  <c:v>3.1093544139999998</c:v>
                </c:pt>
                <c:pt idx="1213">
                  <c:v>1.74808952</c:v>
                </c:pt>
                <c:pt idx="1214">
                  <c:v>69.312393889999996</c:v>
                </c:pt>
                <c:pt idx="1215">
                  <c:v>23.728996120000001</c:v>
                </c:pt>
                <c:pt idx="1216">
                  <c:v>11.50152772</c:v>
                </c:pt>
                <c:pt idx="1217">
                  <c:v>5.8320390499999997</c:v>
                </c:pt>
                <c:pt idx="1218">
                  <c:v>2.545724737</c:v>
                </c:pt>
                <c:pt idx="1219">
                  <c:v>66.968276459999998</c:v>
                </c:pt>
                <c:pt idx="1220">
                  <c:v>23.022458239999999</c:v>
                </c:pt>
                <c:pt idx="1221">
                  <c:v>11.305518169999999</c:v>
                </c:pt>
                <c:pt idx="1222">
                  <c:v>5.7232489160000002</c:v>
                </c:pt>
                <c:pt idx="1223">
                  <c:v>2.5388235290000001</c:v>
                </c:pt>
                <c:pt idx="1224">
                  <c:v>84.303969240000001</c:v>
                </c:pt>
                <c:pt idx="1225">
                  <c:v>27.579478940000001</c:v>
                </c:pt>
                <c:pt idx="1226">
                  <c:v>13.07737056</c:v>
                </c:pt>
                <c:pt idx="1227">
                  <c:v>6.4974559220000003</c:v>
                </c:pt>
                <c:pt idx="1228">
                  <c:v>2.7855051240000002</c:v>
                </c:pt>
                <c:pt idx="1229">
                  <c:v>85.860612459999999</c:v>
                </c:pt>
                <c:pt idx="1230">
                  <c:v>26.677384780000001</c:v>
                </c:pt>
                <c:pt idx="1231">
                  <c:v>12.47692475</c:v>
                </c:pt>
                <c:pt idx="1232">
                  <c:v>6.0786045480000004</c:v>
                </c:pt>
                <c:pt idx="1233">
                  <c:v>2.5818553889999998</c:v>
                </c:pt>
                <c:pt idx="1234">
                  <c:v>99.815658209999995</c:v>
                </c:pt>
                <c:pt idx="1235">
                  <c:v>32.148360109999999</c:v>
                </c:pt>
                <c:pt idx="1236">
                  <c:v>14.832162370000001</c:v>
                </c:pt>
                <c:pt idx="1237">
                  <c:v>7.1297346340000001</c:v>
                </c:pt>
                <c:pt idx="1238">
                  <c:v>2.92226768</c:v>
                </c:pt>
                <c:pt idx="1239">
                  <c:v>125.0787579</c:v>
                </c:pt>
                <c:pt idx="1240">
                  <c:v>35.13420902</c:v>
                </c:pt>
                <c:pt idx="1241">
                  <c:v>15.244820000000001</c:v>
                </c:pt>
                <c:pt idx="1242">
                  <c:v>7.0367318110000001</c:v>
                </c:pt>
                <c:pt idx="1243">
                  <c:v>2.8474329410000001</c:v>
                </c:pt>
                <c:pt idx="1244">
                  <c:v>4.9268712360000002</c:v>
                </c:pt>
                <c:pt idx="1245">
                  <c:v>16.602465330000001</c:v>
                </c:pt>
                <c:pt idx="1246">
                  <c:v>4.4313453540000003</c:v>
                </c:pt>
                <c:pt idx="1247">
                  <c:v>87.587773650000003</c:v>
                </c:pt>
                <c:pt idx="1248">
                  <c:v>26.755992880000001</c:v>
                </c:pt>
                <c:pt idx="1249">
                  <c:v>12.820512819999999</c:v>
                </c:pt>
                <c:pt idx="1250">
                  <c:v>6.5867039590000003</c:v>
                </c:pt>
                <c:pt idx="1251">
                  <c:v>2.9394207379999999</c:v>
                </c:pt>
                <c:pt idx="1252">
                  <c:v>4.8773841960000004</c:v>
                </c:pt>
                <c:pt idx="1253">
                  <c:v>2.5838475989999998</c:v>
                </c:pt>
                <c:pt idx="1254">
                  <c:v>3.7183792250000001</c:v>
                </c:pt>
                <c:pt idx="1255">
                  <c:v>2.5142336599999999</c:v>
                </c:pt>
                <c:pt idx="1256">
                  <c:v>1.872542216</c:v>
                </c:pt>
                <c:pt idx="1257">
                  <c:v>1.3746312679999999</c:v>
                </c:pt>
                <c:pt idx="1258">
                  <c:v>0.91598385699999996</c:v>
                </c:pt>
                <c:pt idx="1259">
                  <c:v>5.6239619090000001</c:v>
                </c:pt>
                <c:pt idx="1260">
                  <c:v>3.5369557880000002</c:v>
                </c:pt>
                <c:pt idx="1261">
                  <c:v>2.5242496860000001</c:v>
                </c:pt>
                <c:pt idx="1262">
                  <c:v>1.7824773410000001</c:v>
                </c:pt>
                <c:pt idx="1263">
                  <c:v>1.1028935049999999</c:v>
                </c:pt>
                <c:pt idx="1264">
                  <c:v>8.7251908399999998</c:v>
                </c:pt>
                <c:pt idx="1265">
                  <c:v>4.9905879750000004</c:v>
                </c:pt>
                <c:pt idx="1266">
                  <c:v>3.3774834440000001</c:v>
                </c:pt>
                <c:pt idx="1267">
                  <c:v>2.2747516270000001</c:v>
                </c:pt>
                <c:pt idx="1268">
                  <c:v>1.3405583700000001</c:v>
                </c:pt>
                <c:pt idx="1269">
                  <c:v>16.931940239999999</c:v>
                </c:pt>
                <c:pt idx="1270">
                  <c:v>8.1270374390000004</c:v>
                </c:pt>
                <c:pt idx="1271">
                  <c:v>4.2715331389999998</c:v>
                </c:pt>
                <c:pt idx="1272">
                  <c:v>2.0032959109999999</c:v>
                </c:pt>
                <c:pt idx="1273">
                  <c:v>16.186599869999998</c:v>
                </c:pt>
                <c:pt idx="1274">
                  <c:v>8.0345046569999994</c:v>
                </c:pt>
                <c:pt idx="1275">
                  <c:v>5.0653384749999999</c:v>
                </c:pt>
                <c:pt idx="1276">
                  <c:v>3.1261565259999999</c:v>
                </c:pt>
                <c:pt idx="1277">
                  <c:v>1.771358191</c:v>
                </c:pt>
                <c:pt idx="1278">
                  <c:v>14.581302129999999</c:v>
                </c:pt>
                <c:pt idx="1279">
                  <c:v>6.8168300469999998</c:v>
                </c:pt>
                <c:pt idx="1280">
                  <c:v>2.822461713</c:v>
                </c:pt>
                <c:pt idx="1281">
                  <c:v>28.135030440000001</c:v>
                </c:pt>
                <c:pt idx="1282">
                  <c:v>13.0551817</c:v>
                </c:pt>
                <c:pt idx="1283">
                  <c:v>6.3774230330000004</c:v>
                </c:pt>
                <c:pt idx="1284">
                  <c:v>2.7401926240000001</c:v>
                </c:pt>
                <c:pt idx="1285">
                  <c:v>23.893296540000001</c:v>
                </c:pt>
                <c:pt idx="1286">
                  <c:v>11.73386157</c:v>
                </c:pt>
                <c:pt idx="1287">
                  <c:v>6.0196705770000003</c:v>
                </c:pt>
                <c:pt idx="1288">
                  <c:v>2.7033960420000001</c:v>
                </c:pt>
                <c:pt idx="1289">
                  <c:v>3.8652379570000002</c:v>
                </c:pt>
                <c:pt idx="1290">
                  <c:v>15.62122377</c:v>
                </c:pt>
                <c:pt idx="1291">
                  <c:v>4.6628261609999999</c:v>
                </c:pt>
                <c:pt idx="1292">
                  <c:v>23.046875</c:v>
                </c:pt>
                <c:pt idx="1293">
                  <c:v>4.5282277860000004</c:v>
                </c:pt>
                <c:pt idx="1294">
                  <c:v>198.6388771</c:v>
                </c:pt>
                <c:pt idx="1295">
                  <c:v>48.546824540000003</c:v>
                </c:pt>
                <c:pt idx="1296">
                  <c:v>15.49311174</c:v>
                </c:pt>
                <c:pt idx="1297">
                  <c:v>4.8605801660000001</c:v>
                </c:pt>
                <c:pt idx="1298">
                  <c:v>1.622085048</c:v>
                </c:pt>
                <c:pt idx="1299">
                  <c:v>119.09949159999999</c:v>
                </c:pt>
                <c:pt idx="1300">
                  <c:v>33.049332069999998</c:v>
                </c:pt>
                <c:pt idx="1301">
                  <c:v>14.60219406</c:v>
                </c:pt>
                <c:pt idx="1302">
                  <c:v>6.819214541</c:v>
                </c:pt>
                <c:pt idx="1303">
                  <c:v>2.869536203</c:v>
                </c:pt>
                <c:pt idx="1304">
                  <c:v>37.278941089999996</c:v>
                </c:pt>
                <c:pt idx="1305">
                  <c:v>16.13541438</c:v>
                </c:pt>
                <c:pt idx="1306">
                  <c:v>7.4863143780000003</c:v>
                </c:pt>
                <c:pt idx="1307">
                  <c:v>3.0914318569999999</c:v>
                </c:pt>
                <c:pt idx="1308">
                  <c:v>62.167942369999999</c:v>
                </c:pt>
                <c:pt idx="1309">
                  <c:v>21.736150769999998</c:v>
                </c:pt>
                <c:pt idx="1310">
                  <c:v>10.98946881</c:v>
                </c:pt>
                <c:pt idx="1311">
                  <c:v>5.7430285919999999</c:v>
                </c:pt>
                <c:pt idx="1312">
                  <c:v>2.6472727269999998</c:v>
                </c:pt>
                <c:pt idx="1313">
                  <c:v>17.081447959999998</c:v>
                </c:pt>
                <c:pt idx="1314">
                  <c:v>7.936325278</c:v>
                </c:pt>
                <c:pt idx="1315">
                  <c:v>4.7851486430000003</c:v>
                </c:pt>
                <c:pt idx="1316">
                  <c:v>2.9373592899999998</c:v>
                </c:pt>
                <c:pt idx="1317">
                  <c:v>1.595554946</c:v>
                </c:pt>
                <c:pt idx="1318">
                  <c:v>21.385692850000002</c:v>
                </c:pt>
                <c:pt idx="1319">
                  <c:v>9.5725734639999995</c:v>
                </c:pt>
                <c:pt idx="1320">
                  <c:v>5.6432446399999998</c:v>
                </c:pt>
                <c:pt idx="1321">
                  <c:v>3.3816361480000001</c:v>
                </c:pt>
                <c:pt idx="1322">
                  <c:v>1.797354425</c:v>
                </c:pt>
                <c:pt idx="1323">
                  <c:v>56.295611059999999</c:v>
                </c:pt>
                <c:pt idx="1324">
                  <c:v>19.147383779999998</c:v>
                </c:pt>
                <c:pt idx="1325">
                  <c:v>9.8416719439999998</c:v>
                </c:pt>
                <c:pt idx="1326">
                  <c:v>5.2911528150000002</c:v>
                </c:pt>
                <c:pt idx="1327">
                  <c:v>2.5104740900000002</c:v>
                </c:pt>
                <c:pt idx="1328">
                  <c:v>54.525583709999999</c:v>
                </c:pt>
                <c:pt idx="1329">
                  <c:v>14.87453391</c:v>
                </c:pt>
                <c:pt idx="1330">
                  <c:v>7.0555215349999996</c:v>
                </c:pt>
                <c:pt idx="1331">
                  <c:v>3.6653179790000001</c:v>
                </c:pt>
                <c:pt idx="1332">
                  <c:v>1.74303108</c:v>
                </c:pt>
                <c:pt idx="1333">
                  <c:v>18.225735619999998</c:v>
                </c:pt>
                <c:pt idx="1334">
                  <c:v>8.5077454590000006</c:v>
                </c:pt>
                <c:pt idx="1335">
                  <c:v>5.1615089230000004</c:v>
                </c:pt>
                <c:pt idx="1336">
                  <c:v>3.1628548439999999</c:v>
                </c:pt>
                <c:pt idx="1337">
                  <c:v>1.7134731599999999</c:v>
                </c:pt>
                <c:pt idx="1338">
                  <c:v>90.425075140000004</c:v>
                </c:pt>
                <c:pt idx="1339">
                  <c:v>35.77173913</c:v>
                </c:pt>
                <c:pt idx="1340">
                  <c:v>14.59184801</c:v>
                </c:pt>
                <c:pt idx="1341">
                  <c:v>5.1329545449999996</c:v>
                </c:pt>
                <c:pt idx="1342">
                  <c:v>179.3019233</c:v>
                </c:pt>
                <c:pt idx="1343">
                  <c:v>6.7850872659999997</c:v>
                </c:pt>
                <c:pt idx="1344">
                  <c:v>3.8601632819999998</c:v>
                </c:pt>
                <c:pt idx="1345">
                  <c:v>2.2998296420000002</c:v>
                </c:pt>
                <c:pt idx="1346">
                  <c:v>1.2541145490000001</c:v>
                </c:pt>
                <c:pt idx="1347">
                  <c:v>23.54309889</c:v>
                </c:pt>
                <c:pt idx="1348">
                  <c:v>11.61994436</c:v>
                </c:pt>
                <c:pt idx="1349">
                  <c:v>6.0330219420000004</c:v>
                </c:pt>
                <c:pt idx="1350">
                  <c:v>2.7880004459999999</c:v>
                </c:pt>
              </c:numCache>
            </c:numRef>
          </c:xVal>
          <c:yVal>
            <c:numRef>
              <c:f>'[Copy of top model results.xlsx]Sheet1'!$C$35:$C$1385</c:f>
              <c:numCache>
                <c:formatCode>General</c:formatCode>
                <c:ptCount val="1351"/>
                <c:pt idx="0">
                  <c:v>11.4722952248067</c:v>
                </c:pt>
                <c:pt idx="1">
                  <c:v>2.5255039104705399</c:v>
                </c:pt>
                <c:pt idx="2">
                  <c:v>27.944471638027998</c:v>
                </c:pt>
                <c:pt idx="3">
                  <c:v>5.2319958449684103</c:v>
                </c:pt>
                <c:pt idx="4">
                  <c:v>42.797212773227898</c:v>
                </c:pt>
                <c:pt idx="5">
                  <c:v>7.3201944853148397</c:v>
                </c:pt>
                <c:pt idx="6">
                  <c:v>11.142594420169999</c:v>
                </c:pt>
                <c:pt idx="7">
                  <c:v>2.6620433025891699</c:v>
                </c:pt>
                <c:pt idx="8">
                  <c:v>13.4172560699561</c:v>
                </c:pt>
                <c:pt idx="9">
                  <c:v>3.2592053820132101</c:v>
                </c:pt>
                <c:pt idx="10">
                  <c:v>16.3547356401351</c:v>
                </c:pt>
                <c:pt idx="11">
                  <c:v>3.8627722761313299</c:v>
                </c:pt>
                <c:pt idx="12">
                  <c:v>20.7089418665159</c:v>
                </c:pt>
                <c:pt idx="13">
                  <c:v>4.5795068622878503</c:v>
                </c:pt>
                <c:pt idx="14">
                  <c:v>11.142594420169999</c:v>
                </c:pt>
                <c:pt idx="15">
                  <c:v>2.6620433025891699</c:v>
                </c:pt>
                <c:pt idx="16">
                  <c:v>16.3547356401351</c:v>
                </c:pt>
                <c:pt idx="17">
                  <c:v>3.8627722761313299</c:v>
                </c:pt>
                <c:pt idx="18">
                  <c:v>26.368900530432398</c:v>
                </c:pt>
                <c:pt idx="19">
                  <c:v>5.6130013415503202</c:v>
                </c:pt>
                <c:pt idx="20">
                  <c:v>7.5541180318635996</c:v>
                </c:pt>
                <c:pt idx="21">
                  <c:v>2.45261803786696</c:v>
                </c:pt>
                <c:pt idx="22">
                  <c:v>11.692518513816299</c:v>
                </c:pt>
                <c:pt idx="23">
                  <c:v>3.3720357666029801</c:v>
                </c:pt>
                <c:pt idx="24">
                  <c:v>16.132502497698301</c:v>
                </c:pt>
                <c:pt idx="25">
                  <c:v>4.2313654841780002</c:v>
                </c:pt>
                <c:pt idx="26">
                  <c:v>15.2735594420823</c:v>
                </c:pt>
                <c:pt idx="27">
                  <c:v>3.5285075895441098</c:v>
                </c:pt>
                <c:pt idx="28">
                  <c:v>24.927750441853501</c:v>
                </c:pt>
                <c:pt idx="29">
                  <c:v>5.0316962561400196</c:v>
                </c:pt>
                <c:pt idx="30">
                  <c:v>35.396025643144199</c:v>
                </c:pt>
                <c:pt idx="31">
                  <c:v>6.8568933284089901</c:v>
                </c:pt>
                <c:pt idx="32">
                  <c:v>34.090320464383403</c:v>
                </c:pt>
                <c:pt idx="33">
                  <c:v>5.99972680765043</c:v>
                </c:pt>
                <c:pt idx="34">
                  <c:v>47.023162291830801</c:v>
                </c:pt>
                <c:pt idx="35">
                  <c:v>8.2280163082049107</c:v>
                </c:pt>
                <c:pt idx="36">
                  <c:v>26.173433658853401</c:v>
                </c:pt>
                <c:pt idx="37">
                  <c:v>4.5384123176570004</c:v>
                </c:pt>
                <c:pt idx="38">
                  <c:v>26.173433658853401</c:v>
                </c:pt>
                <c:pt idx="39">
                  <c:v>4.5384123176570004</c:v>
                </c:pt>
                <c:pt idx="40">
                  <c:v>10.800478688518201</c:v>
                </c:pt>
                <c:pt idx="41">
                  <c:v>2.7070746929158398</c:v>
                </c:pt>
                <c:pt idx="42">
                  <c:v>12.908480945276199</c:v>
                </c:pt>
                <c:pt idx="43">
                  <c:v>3.1757200048038801</c:v>
                </c:pt>
                <c:pt idx="44">
                  <c:v>13.048599288918499</c:v>
                </c:pt>
                <c:pt idx="45">
                  <c:v>3.21404217873696</c:v>
                </c:pt>
                <c:pt idx="46">
                  <c:v>12.6364725711598</c:v>
                </c:pt>
                <c:pt idx="47">
                  <c:v>3.57456069869834</c:v>
                </c:pt>
                <c:pt idx="48">
                  <c:v>15.155137722757001</c:v>
                </c:pt>
                <c:pt idx="49">
                  <c:v>3.1131614586381802</c:v>
                </c:pt>
                <c:pt idx="50">
                  <c:v>13.0239809823968</c:v>
                </c:pt>
                <c:pt idx="51">
                  <c:v>3.5368865264706</c:v>
                </c:pt>
                <c:pt idx="52">
                  <c:v>15.814414318630201</c:v>
                </c:pt>
                <c:pt idx="53">
                  <c:v>3.6663765468077698</c:v>
                </c:pt>
                <c:pt idx="54">
                  <c:v>17.059109069561998</c:v>
                </c:pt>
                <c:pt idx="55">
                  <c:v>4.1291010558885901</c:v>
                </c:pt>
                <c:pt idx="56">
                  <c:v>15.5784995615127</c:v>
                </c:pt>
                <c:pt idx="57">
                  <c:v>3.7905866783623101</c:v>
                </c:pt>
                <c:pt idx="58">
                  <c:v>20.168887714598998</c:v>
                </c:pt>
                <c:pt idx="59">
                  <c:v>3.97554720407018</c:v>
                </c:pt>
                <c:pt idx="60">
                  <c:v>23.999732170426501</c:v>
                </c:pt>
                <c:pt idx="61">
                  <c:v>4.3610274423288402</c:v>
                </c:pt>
                <c:pt idx="62">
                  <c:v>27.349734017349501</c:v>
                </c:pt>
                <c:pt idx="63">
                  <c:v>4.4598581872388596</c:v>
                </c:pt>
                <c:pt idx="64">
                  <c:v>6.6977139038528204</c:v>
                </c:pt>
                <c:pt idx="65">
                  <c:v>2.0585365507262101</c:v>
                </c:pt>
                <c:pt idx="66">
                  <c:v>6.9452083857871596</c:v>
                </c:pt>
                <c:pt idx="67">
                  <c:v>2.3114687401310201</c:v>
                </c:pt>
                <c:pt idx="68">
                  <c:v>7.1234317689883904</c:v>
                </c:pt>
                <c:pt idx="69">
                  <c:v>2.1606388238935001</c:v>
                </c:pt>
                <c:pt idx="70">
                  <c:v>9.5789222807908594</c:v>
                </c:pt>
                <c:pt idx="71">
                  <c:v>2.6337893079612802</c:v>
                </c:pt>
                <c:pt idx="72">
                  <c:v>8.5086769271243305</c:v>
                </c:pt>
                <c:pt idx="73">
                  <c:v>2.1217447784947598</c:v>
                </c:pt>
                <c:pt idx="74">
                  <c:v>15.4331033158005</c:v>
                </c:pt>
                <c:pt idx="75">
                  <c:v>3.76114655338485</c:v>
                </c:pt>
                <c:pt idx="76">
                  <c:v>15.4331033158005</c:v>
                </c:pt>
                <c:pt idx="77">
                  <c:v>3.76114655338485</c:v>
                </c:pt>
                <c:pt idx="78">
                  <c:v>308.76641565687203</c:v>
                </c:pt>
                <c:pt idx="79">
                  <c:v>10.6775186882537</c:v>
                </c:pt>
                <c:pt idx="80">
                  <c:v>23.0022473455865</c:v>
                </c:pt>
                <c:pt idx="81">
                  <c:v>4.6708448859204799</c:v>
                </c:pt>
                <c:pt idx="82">
                  <c:v>24.947005869841099</c:v>
                </c:pt>
                <c:pt idx="83">
                  <c:v>5.4711137748297904</c:v>
                </c:pt>
                <c:pt idx="84">
                  <c:v>0.40829731358487498</c:v>
                </c:pt>
                <c:pt idx="85">
                  <c:v>0.47544992025830701</c:v>
                </c:pt>
                <c:pt idx="86">
                  <c:v>0.59257210822277595</c:v>
                </c:pt>
                <c:pt idx="87">
                  <c:v>0.70931923873254399</c:v>
                </c:pt>
                <c:pt idx="88">
                  <c:v>0.900290745821126</c:v>
                </c:pt>
                <c:pt idx="89">
                  <c:v>1.1355272895727699</c:v>
                </c:pt>
                <c:pt idx="90">
                  <c:v>1.3062938263389701</c:v>
                </c:pt>
                <c:pt idx="91">
                  <c:v>2.1095256592741598</c:v>
                </c:pt>
                <c:pt idx="92">
                  <c:v>3.0222074888352299</c:v>
                </c:pt>
                <c:pt idx="93">
                  <c:v>3.7599404336975102</c:v>
                </c:pt>
                <c:pt idx="94">
                  <c:v>4.9602472859181601</c:v>
                </c:pt>
                <c:pt idx="95">
                  <c:v>41.216874588445798</c:v>
                </c:pt>
                <c:pt idx="96">
                  <c:v>0.58051428155106799</c:v>
                </c:pt>
                <c:pt idx="97">
                  <c:v>0.51702968433903596</c:v>
                </c:pt>
                <c:pt idx="98">
                  <c:v>0.71085617940997703</c:v>
                </c:pt>
                <c:pt idx="99">
                  <c:v>0.52960510538497796</c:v>
                </c:pt>
                <c:pt idx="100">
                  <c:v>0.53775480021503097</c:v>
                </c:pt>
                <c:pt idx="101">
                  <c:v>0.727352549677861</c:v>
                </c:pt>
                <c:pt idx="102">
                  <c:v>0.727352549677861</c:v>
                </c:pt>
                <c:pt idx="103">
                  <c:v>0.636662417664421</c:v>
                </c:pt>
                <c:pt idx="104">
                  <c:v>0.97504728868464996</c:v>
                </c:pt>
                <c:pt idx="105">
                  <c:v>0.636662417664421</c:v>
                </c:pt>
                <c:pt idx="106">
                  <c:v>0.79568804010610406</c:v>
                </c:pt>
                <c:pt idx="107">
                  <c:v>0.80285549317763605</c:v>
                </c:pt>
                <c:pt idx="108">
                  <c:v>1.4470236120051101</c:v>
                </c:pt>
                <c:pt idx="109">
                  <c:v>0.69273680553045403</c:v>
                </c:pt>
                <c:pt idx="110">
                  <c:v>1.1142059969258999</c:v>
                </c:pt>
                <c:pt idx="111">
                  <c:v>1.6590898325834</c:v>
                </c:pt>
                <c:pt idx="112">
                  <c:v>2.22680325013072</c:v>
                </c:pt>
                <c:pt idx="113">
                  <c:v>0.67544274540109694</c:v>
                </c:pt>
                <c:pt idx="114">
                  <c:v>0.72586756011977704</c:v>
                </c:pt>
                <c:pt idx="115">
                  <c:v>0.78863903835707505</c:v>
                </c:pt>
                <c:pt idx="116">
                  <c:v>0.79048187364778499</c:v>
                </c:pt>
                <c:pt idx="117">
                  <c:v>0.71756300123693995</c:v>
                </c:pt>
                <c:pt idx="118">
                  <c:v>0.99677369044375697</c:v>
                </c:pt>
                <c:pt idx="119">
                  <c:v>0.94353521558839804</c:v>
                </c:pt>
                <c:pt idx="120">
                  <c:v>0.94353521558839804</c:v>
                </c:pt>
                <c:pt idx="121">
                  <c:v>1.1484007982895099</c:v>
                </c:pt>
                <c:pt idx="122">
                  <c:v>1.2823440220125999</c:v>
                </c:pt>
                <c:pt idx="123">
                  <c:v>1.2714952770252399</c:v>
                </c:pt>
                <c:pt idx="124">
                  <c:v>1.28637235381613</c:v>
                </c:pt>
                <c:pt idx="125">
                  <c:v>3.3169805319716401</c:v>
                </c:pt>
                <c:pt idx="126">
                  <c:v>0.33309937812953699</c:v>
                </c:pt>
                <c:pt idx="127">
                  <c:v>0.34962401188501602</c:v>
                </c:pt>
                <c:pt idx="128">
                  <c:v>0.69743603552435696</c:v>
                </c:pt>
                <c:pt idx="129">
                  <c:v>0.57987448877052294</c:v>
                </c:pt>
                <c:pt idx="130">
                  <c:v>0.66477828625629598</c:v>
                </c:pt>
                <c:pt idx="131">
                  <c:v>0.67520866298914495</c:v>
                </c:pt>
                <c:pt idx="132">
                  <c:v>0.93942247396393597</c:v>
                </c:pt>
                <c:pt idx="133">
                  <c:v>0.65798844694338299</c:v>
                </c:pt>
                <c:pt idx="134">
                  <c:v>0.81941485022798699</c:v>
                </c:pt>
                <c:pt idx="135">
                  <c:v>0.77036673479467599</c:v>
                </c:pt>
                <c:pt idx="136">
                  <c:v>0.88858414755189297</c:v>
                </c:pt>
                <c:pt idx="137">
                  <c:v>0.88858414755189297</c:v>
                </c:pt>
                <c:pt idx="138">
                  <c:v>0.88858414755189297</c:v>
                </c:pt>
                <c:pt idx="139">
                  <c:v>0.92474267883626504</c:v>
                </c:pt>
                <c:pt idx="140">
                  <c:v>1.01093059414196</c:v>
                </c:pt>
                <c:pt idx="141">
                  <c:v>0.94300449507801898</c:v>
                </c:pt>
                <c:pt idx="142">
                  <c:v>0.94300449507801898</c:v>
                </c:pt>
                <c:pt idx="143">
                  <c:v>1.0493113019386699</c:v>
                </c:pt>
                <c:pt idx="144">
                  <c:v>0.98407647544786303</c:v>
                </c:pt>
                <c:pt idx="145">
                  <c:v>0.98407647544786303</c:v>
                </c:pt>
                <c:pt idx="146">
                  <c:v>0.87019522810071703</c:v>
                </c:pt>
                <c:pt idx="147">
                  <c:v>0.72211706529254205</c:v>
                </c:pt>
                <c:pt idx="148">
                  <c:v>0.79796172300871104</c:v>
                </c:pt>
                <c:pt idx="149">
                  <c:v>3.3337507973842402</c:v>
                </c:pt>
                <c:pt idx="150">
                  <c:v>0.83563839949450502</c:v>
                </c:pt>
                <c:pt idx="151">
                  <c:v>1.7297581901171999</c:v>
                </c:pt>
                <c:pt idx="152">
                  <c:v>45.443298046720301</c:v>
                </c:pt>
                <c:pt idx="153">
                  <c:v>19.931481289232</c:v>
                </c:pt>
                <c:pt idx="154">
                  <c:v>10.7911048340495</c:v>
                </c:pt>
                <c:pt idx="155">
                  <c:v>6.0243307312424701</c:v>
                </c:pt>
                <c:pt idx="156">
                  <c:v>2.8349027316540099</c:v>
                </c:pt>
                <c:pt idx="157">
                  <c:v>19.931481289232</c:v>
                </c:pt>
                <c:pt idx="158">
                  <c:v>10.7911048340495</c:v>
                </c:pt>
                <c:pt idx="159">
                  <c:v>6.0243307312424701</c:v>
                </c:pt>
                <c:pt idx="160">
                  <c:v>2.8349027316540099</c:v>
                </c:pt>
                <c:pt idx="161">
                  <c:v>45.443298046720301</c:v>
                </c:pt>
                <c:pt idx="162">
                  <c:v>19.931481289232</c:v>
                </c:pt>
                <c:pt idx="163">
                  <c:v>10.7911048340495</c:v>
                </c:pt>
                <c:pt idx="164">
                  <c:v>6.0243307312424701</c:v>
                </c:pt>
                <c:pt idx="165">
                  <c:v>2.8349027316540099</c:v>
                </c:pt>
                <c:pt idx="166">
                  <c:v>19.931481289232</c:v>
                </c:pt>
                <c:pt idx="167">
                  <c:v>10.7911048340495</c:v>
                </c:pt>
                <c:pt idx="168">
                  <c:v>6.0243307312424701</c:v>
                </c:pt>
                <c:pt idx="169">
                  <c:v>2.8349027316540099</c:v>
                </c:pt>
                <c:pt idx="170">
                  <c:v>22.967005429710401</c:v>
                </c:pt>
                <c:pt idx="171">
                  <c:v>12.1776400647431</c:v>
                </c:pt>
                <c:pt idx="172">
                  <c:v>6.7263305913553699</c:v>
                </c:pt>
                <c:pt idx="173">
                  <c:v>3.09706659169112</c:v>
                </c:pt>
                <c:pt idx="174">
                  <c:v>28.4819559983174</c:v>
                </c:pt>
                <c:pt idx="175">
                  <c:v>15.1655118551482</c:v>
                </c:pt>
                <c:pt idx="176">
                  <c:v>8.0706501983115899</c:v>
                </c:pt>
                <c:pt idx="177">
                  <c:v>3.8286633369216001</c:v>
                </c:pt>
                <c:pt idx="178">
                  <c:v>79.204646603425104</c:v>
                </c:pt>
                <c:pt idx="179">
                  <c:v>31.849844986863499</c:v>
                </c:pt>
                <c:pt idx="180">
                  <c:v>17.038759940147401</c:v>
                </c:pt>
                <c:pt idx="181">
                  <c:v>8.5528997739627304</c:v>
                </c:pt>
                <c:pt idx="182">
                  <c:v>3.9533436579560299</c:v>
                </c:pt>
                <c:pt idx="183">
                  <c:v>28.582338574551098</c:v>
                </c:pt>
                <c:pt idx="184">
                  <c:v>15.100864890830101</c:v>
                </c:pt>
                <c:pt idx="185">
                  <c:v>8.0018115687694102</c:v>
                </c:pt>
                <c:pt idx="186">
                  <c:v>3.7960067441297101</c:v>
                </c:pt>
                <c:pt idx="187">
                  <c:v>27.066074931787298</c:v>
                </c:pt>
                <c:pt idx="188">
                  <c:v>14.4054997708401</c:v>
                </c:pt>
                <c:pt idx="189">
                  <c:v>7.3440891474656196</c:v>
                </c:pt>
                <c:pt idx="190">
                  <c:v>3.3997870624906099</c:v>
                </c:pt>
                <c:pt idx="191">
                  <c:v>81.191725721001504</c:v>
                </c:pt>
                <c:pt idx="192">
                  <c:v>28.138118886785399</c:v>
                </c:pt>
                <c:pt idx="193">
                  <c:v>13.8845630543683</c:v>
                </c:pt>
                <c:pt idx="194">
                  <c:v>7.0301445094532902</c:v>
                </c:pt>
                <c:pt idx="195">
                  <c:v>3.10736475281344</c:v>
                </c:pt>
                <c:pt idx="196">
                  <c:v>36.999247905784898</c:v>
                </c:pt>
                <c:pt idx="197">
                  <c:v>14.9576010140731</c:v>
                </c:pt>
                <c:pt idx="198">
                  <c:v>5.6675531166775901</c:v>
                </c:pt>
                <c:pt idx="199">
                  <c:v>40.081848274916098</c:v>
                </c:pt>
                <c:pt idx="200">
                  <c:v>19.079696832057699</c:v>
                </c:pt>
                <c:pt idx="201">
                  <c:v>8.81164485211408</c:v>
                </c:pt>
                <c:pt idx="202">
                  <c:v>3.8168928502303499</c:v>
                </c:pt>
                <c:pt idx="203">
                  <c:v>42.435980964476201</c:v>
                </c:pt>
                <c:pt idx="204">
                  <c:v>19.3156587793491</c:v>
                </c:pt>
                <c:pt idx="205">
                  <c:v>9.2166827559306501</c:v>
                </c:pt>
                <c:pt idx="206">
                  <c:v>3.5756487109459298</c:v>
                </c:pt>
                <c:pt idx="207">
                  <c:v>32.212285769975097</c:v>
                </c:pt>
                <c:pt idx="208">
                  <c:v>16.971668462360899</c:v>
                </c:pt>
                <c:pt idx="209">
                  <c:v>8.7406116954384192</c:v>
                </c:pt>
                <c:pt idx="210">
                  <c:v>3.7461247500629899</c:v>
                </c:pt>
                <c:pt idx="211">
                  <c:v>15.1832002612447</c:v>
                </c:pt>
                <c:pt idx="212">
                  <c:v>7.7588954201053504</c:v>
                </c:pt>
                <c:pt idx="213">
                  <c:v>3.5049655714046999</c:v>
                </c:pt>
                <c:pt idx="214">
                  <c:v>84.782629732637005</c:v>
                </c:pt>
                <c:pt idx="215">
                  <c:v>27.700144349807999</c:v>
                </c:pt>
                <c:pt idx="216">
                  <c:v>12.9289421156864</c:v>
                </c:pt>
                <c:pt idx="217">
                  <c:v>6.2054734345836602</c:v>
                </c:pt>
                <c:pt idx="218">
                  <c:v>2.6546639668441498</c:v>
                </c:pt>
                <c:pt idx="219">
                  <c:v>312.27238020251502</c:v>
                </c:pt>
                <c:pt idx="220">
                  <c:v>89.647430248234102</c:v>
                </c:pt>
                <c:pt idx="221">
                  <c:v>32.191481090678401</c:v>
                </c:pt>
                <c:pt idx="222">
                  <c:v>13.400052313156101</c:v>
                </c:pt>
                <c:pt idx="223">
                  <c:v>5.0170819229564998</c:v>
                </c:pt>
                <c:pt idx="224">
                  <c:v>60.473670743954202</c:v>
                </c:pt>
                <c:pt idx="225">
                  <c:v>22.526686423296798</c:v>
                </c:pt>
                <c:pt idx="226">
                  <c:v>11.190871472006901</c:v>
                </c:pt>
                <c:pt idx="227">
                  <c:v>6.3284830067724798</c:v>
                </c:pt>
                <c:pt idx="228">
                  <c:v>2.8979578151454501</c:v>
                </c:pt>
                <c:pt idx="229">
                  <c:v>55.5293555866294</c:v>
                </c:pt>
                <c:pt idx="230">
                  <c:v>25.595463392200799</c:v>
                </c:pt>
                <c:pt idx="231">
                  <c:v>12.738494264378399</c:v>
                </c:pt>
                <c:pt idx="232">
                  <c:v>6.2476091268567897</c:v>
                </c:pt>
                <c:pt idx="233">
                  <c:v>3.0876398715540998</c:v>
                </c:pt>
                <c:pt idx="234">
                  <c:v>37.762410312295799</c:v>
                </c:pt>
                <c:pt idx="235">
                  <c:v>16.128002709440398</c:v>
                </c:pt>
                <c:pt idx="236">
                  <c:v>8.7488810648498401</c:v>
                </c:pt>
                <c:pt idx="237">
                  <c:v>5.0123068926522603</c:v>
                </c:pt>
                <c:pt idx="238">
                  <c:v>2.4689782893778398</c:v>
                </c:pt>
                <c:pt idx="239">
                  <c:v>30.5780685929081</c:v>
                </c:pt>
                <c:pt idx="240">
                  <c:v>13.471801324798401</c:v>
                </c:pt>
                <c:pt idx="241">
                  <c:v>7.50310279898844</c:v>
                </c:pt>
                <c:pt idx="242">
                  <c:v>4.6074093010303301</c:v>
                </c:pt>
                <c:pt idx="243">
                  <c:v>2.4453408711271498</c:v>
                </c:pt>
                <c:pt idx="244">
                  <c:v>45.443298046720301</c:v>
                </c:pt>
                <c:pt idx="245">
                  <c:v>19.931481289232</c:v>
                </c:pt>
                <c:pt idx="246">
                  <c:v>10.7911048340495</c:v>
                </c:pt>
                <c:pt idx="247">
                  <c:v>6.0243307312424701</c:v>
                </c:pt>
                <c:pt idx="248">
                  <c:v>2.8349027316540099</c:v>
                </c:pt>
                <c:pt idx="249">
                  <c:v>19.931481289232</c:v>
                </c:pt>
                <c:pt idx="250">
                  <c:v>10.7911048340495</c:v>
                </c:pt>
                <c:pt idx="251">
                  <c:v>6.0243307312424701</c:v>
                </c:pt>
                <c:pt idx="252">
                  <c:v>2.8349027316540099</c:v>
                </c:pt>
                <c:pt idx="253">
                  <c:v>65.581488970830407</c:v>
                </c:pt>
                <c:pt idx="254">
                  <c:v>24.757573304604701</c:v>
                </c:pt>
                <c:pt idx="255">
                  <c:v>13.332949871706701</c:v>
                </c:pt>
                <c:pt idx="256">
                  <c:v>7.2275006931570704</c:v>
                </c:pt>
                <c:pt idx="257">
                  <c:v>3.5569994182086502</c:v>
                </c:pt>
                <c:pt idx="258">
                  <c:v>49.642717338655103</c:v>
                </c:pt>
                <c:pt idx="259">
                  <c:v>19.8756658732114</c:v>
                </c:pt>
                <c:pt idx="260">
                  <c:v>10.463751254920799</c:v>
                </c:pt>
                <c:pt idx="261">
                  <c:v>5.8644735200836404</c:v>
                </c:pt>
                <c:pt idx="262">
                  <c:v>2.8063365585304298</c:v>
                </c:pt>
                <c:pt idx="263">
                  <c:v>67.040819578100198</c:v>
                </c:pt>
                <c:pt idx="264">
                  <c:v>27.4455318463704</c:v>
                </c:pt>
                <c:pt idx="265">
                  <c:v>14.607459844838599</c:v>
                </c:pt>
                <c:pt idx="266">
                  <c:v>7.4645005280892196</c:v>
                </c:pt>
                <c:pt idx="267">
                  <c:v>3.4153247707212602</c:v>
                </c:pt>
                <c:pt idx="268">
                  <c:v>22.526686423296798</c:v>
                </c:pt>
                <c:pt idx="269">
                  <c:v>11.190871472006901</c:v>
                </c:pt>
                <c:pt idx="270">
                  <c:v>6.3284830067724798</c:v>
                </c:pt>
                <c:pt idx="271">
                  <c:v>2.8979578151454501</c:v>
                </c:pt>
                <c:pt idx="272">
                  <c:v>46.9099175545715</c:v>
                </c:pt>
                <c:pt idx="273">
                  <c:v>24.3486815735987</c:v>
                </c:pt>
                <c:pt idx="274">
                  <c:v>9.8005552462105108</c:v>
                </c:pt>
                <c:pt idx="275">
                  <c:v>49.943164319670899</c:v>
                </c:pt>
                <c:pt idx="276">
                  <c:v>26.109240637058502</c:v>
                </c:pt>
                <c:pt idx="277">
                  <c:v>9.6365609861825092</c:v>
                </c:pt>
                <c:pt idx="278">
                  <c:v>108.048833873533</c:v>
                </c:pt>
                <c:pt idx="279">
                  <c:v>37.499264997486101</c:v>
                </c:pt>
                <c:pt idx="280">
                  <c:v>17.700084051783801</c:v>
                </c:pt>
                <c:pt idx="281">
                  <c:v>8.9714198768909501</c:v>
                </c:pt>
                <c:pt idx="282">
                  <c:v>3.8256751146295001</c:v>
                </c:pt>
                <c:pt idx="283">
                  <c:v>263.183555834336</c:v>
                </c:pt>
                <c:pt idx="284">
                  <c:v>92.108714946722998</c:v>
                </c:pt>
                <c:pt idx="285">
                  <c:v>36.733933749338703</c:v>
                </c:pt>
                <c:pt idx="286">
                  <c:v>15.312588305682199</c:v>
                </c:pt>
                <c:pt idx="287">
                  <c:v>5.4126789530478598</c:v>
                </c:pt>
                <c:pt idx="288">
                  <c:v>110.379719524355</c:v>
                </c:pt>
                <c:pt idx="289">
                  <c:v>44.1660659431437</c:v>
                </c:pt>
                <c:pt idx="290">
                  <c:v>19.661620531221999</c:v>
                </c:pt>
                <c:pt idx="291">
                  <c:v>6.3158573290272004</c:v>
                </c:pt>
                <c:pt idx="292">
                  <c:v>22.967005429710401</c:v>
                </c:pt>
                <c:pt idx="293">
                  <c:v>12.1776400647431</c:v>
                </c:pt>
                <c:pt idx="294">
                  <c:v>6.7263305913553699</c:v>
                </c:pt>
                <c:pt idx="295">
                  <c:v>3.09706659169112</c:v>
                </c:pt>
                <c:pt idx="296">
                  <c:v>70.281785917028202</c:v>
                </c:pt>
                <c:pt idx="297">
                  <c:v>26.6216077122134</c:v>
                </c:pt>
                <c:pt idx="298">
                  <c:v>13.753973243580401</c:v>
                </c:pt>
                <c:pt idx="299">
                  <c:v>7.2676155788029702</c:v>
                </c:pt>
                <c:pt idx="300">
                  <c:v>3.2738885491549001</c:v>
                </c:pt>
                <c:pt idx="301">
                  <c:v>100.41314223655201</c:v>
                </c:pt>
                <c:pt idx="302">
                  <c:v>41.5165328343205</c:v>
                </c:pt>
                <c:pt idx="303">
                  <c:v>15.541160956311099</c:v>
                </c:pt>
                <c:pt idx="304">
                  <c:v>5.64413381019566</c:v>
                </c:pt>
                <c:pt idx="305">
                  <c:v>66.841591175827801</c:v>
                </c:pt>
                <c:pt idx="306">
                  <c:v>23.607183468915601</c:v>
                </c:pt>
                <c:pt idx="307">
                  <c:v>12.4648110818856</c:v>
                </c:pt>
                <c:pt idx="308">
                  <c:v>6.0814387808802097</c:v>
                </c:pt>
                <c:pt idx="309">
                  <c:v>2.76709448951729</c:v>
                </c:pt>
                <c:pt idx="310">
                  <c:v>20.6003804363272</c:v>
                </c:pt>
                <c:pt idx="311">
                  <c:v>10.2841261413712</c:v>
                </c:pt>
                <c:pt idx="312">
                  <c:v>4.4154205389760302</c:v>
                </c:pt>
                <c:pt idx="313">
                  <c:v>167.571536425483</c:v>
                </c:pt>
                <c:pt idx="314">
                  <c:v>55.219806568704797</c:v>
                </c:pt>
                <c:pt idx="315">
                  <c:v>25.048617992782201</c:v>
                </c:pt>
                <c:pt idx="316">
                  <c:v>12.242713133649101</c:v>
                </c:pt>
                <c:pt idx="317">
                  <c:v>4.9302921677392799</c:v>
                </c:pt>
                <c:pt idx="318">
                  <c:v>71.407880040571499</c:v>
                </c:pt>
                <c:pt idx="319">
                  <c:v>26.910578629360401</c:v>
                </c:pt>
                <c:pt idx="320">
                  <c:v>13.903269195409401</c:v>
                </c:pt>
                <c:pt idx="321">
                  <c:v>7.3637179510891597</c:v>
                </c:pt>
                <c:pt idx="322">
                  <c:v>3.2852955380902502</c:v>
                </c:pt>
                <c:pt idx="323">
                  <c:v>33.1446130399654</c:v>
                </c:pt>
                <c:pt idx="324">
                  <c:v>16.753238579935999</c:v>
                </c:pt>
                <c:pt idx="325">
                  <c:v>8.5519296037695902</c:v>
                </c:pt>
                <c:pt idx="326">
                  <c:v>3.8799752659159301</c:v>
                </c:pt>
                <c:pt idx="327">
                  <c:v>99.037889118449002</c:v>
                </c:pt>
                <c:pt idx="328">
                  <c:v>34.872551370210601</c:v>
                </c:pt>
                <c:pt idx="329">
                  <c:v>16.699586473891902</c:v>
                </c:pt>
                <c:pt idx="330">
                  <c:v>8.5113710830384299</c:v>
                </c:pt>
                <c:pt idx="331">
                  <c:v>3.6862606309562098</c:v>
                </c:pt>
                <c:pt idx="332">
                  <c:v>99.037889118449002</c:v>
                </c:pt>
                <c:pt idx="333">
                  <c:v>34.872551370210601</c:v>
                </c:pt>
                <c:pt idx="334">
                  <c:v>16.699586473891902</c:v>
                </c:pt>
                <c:pt idx="335">
                  <c:v>8.5113710830384299</c:v>
                </c:pt>
                <c:pt idx="336">
                  <c:v>3.6862606309562098</c:v>
                </c:pt>
                <c:pt idx="337">
                  <c:v>99.037889118449002</c:v>
                </c:pt>
                <c:pt idx="338">
                  <c:v>34.872551370210601</c:v>
                </c:pt>
                <c:pt idx="339">
                  <c:v>16.699586473891902</c:v>
                </c:pt>
                <c:pt idx="340">
                  <c:v>8.5113710830384299</c:v>
                </c:pt>
                <c:pt idx="341">
                  <c:v>3.6862606309562098</c:v>
                </c:pt>
                <c:pt idx="342">
                  <c:v>13.4393990204644</c:v>
                </c:pt>
                <c:pt idx="343">
                  <c:v>6.9003155034433803</c:v>
                </c:pt>
                <c:pt idx="344">
                  <c:v>3.3748844688526498</c:v>
                </c:pt>
                <c:pt idx="345">
                  <c:v>14.193103145992801</c:v>
                </c:pt>
                <c:pt idx="346">
                  <c:v>7.2760374113483497</c:v>
                </c:pt>
                <c:pt idx="347">
                  <c:v>3.3852282610844799</c:v>
                </c:pt>
                <c:pt idx="348">
                  <c:v>26.672360150676401</c:v>
                </c:pt>
                <c:pt idx="349">
                  <c:v>14.193103145992801</c:v>
                </c:pt>
                <c:pt idx="350">
                  <c:v>7.2760374113483497</c:v>
                </c:pt>
                <c:pt idx="351">
                  <c:v>3.3852282610844799</c:v>
                </c:pt>
                <c:pt idx="352">
                  <c:v>26.672360150676401</c:v>
                </c:pt>
                <c:pt idx="353">
                  <c:v>14.193103145992801</c:v>
                </c:pt>
                <c:pt idx="354">
                  <c:v>7.2760374113483497</c:v>
                </c:pt>
                <c:pt idx="355">
                  <c:v>3.3852282610844799</c:v>
                </c:pt>
                <c:pt idx="356">
                  <c:v>48.207548062016897</c:v>
                </c:pt>
                <c:pt idx="357">
                  <c:v>18.702821653110401</c:v>
                </c:pt>
                <c:pt idx="358">
                  <c:v>10.200486001746199</c:v>
                </c:pt>
                <c:pt idx="359">
                  <c:v>5.5408516378464201</c:v>
                </c:pt>
                <c:pt idx="360">
                  <c:v>2.47271855103945</c:v>
                </c:pt>
                <c:pt idx="361">
                  <c:v>81.292927344486202</c:v>
                </c:pt>
                <c:pt idx="362">
                  <c:v>29.090507253945201</c:v>
                </c:pt>
                <c:pt idx="363">
                  <c:v>14.044021632656801</c:v>
                </c:pt>
                <c:pt idx="364">
                  <c:v>7.4081382462381704</c:v>
                </c:pt>
                <c:pt idx="365">
                  <c:v>3.2352879701720298</c:v>
                </c:pt>
                <c:pt idx="366">
                  <c:v>411.43213029534201</c:v>
                </c:pt>
                <c:pt idx="367">
                  <c:v>80.481379703572301</c:v>
                </c:pt>
                <c:pt idx="368">
                  <c:v>25.434422285509299</c:v>
                </c:pt>
                <c:pt idx="369">
                  <c:v>10.660567033908899</c:v>
                </c:pt>
                <c:pt idx="370">
                  <c:v>3.8802742878310399</c:v>
                </c:pt>
                <c:pt idx="371">
                  <c:v>45.030349659161999</c:v>
                </c:pt>
                <c:pt idx="372">
                  <c:v>10.3105417186946</c:v>
                </c:pt>
                <c:pt idx="373">
                  <c:v>109.565042895186</c:v>
                </c:pt>
                <c:pt idx="374">
                  <c:v>37.832068712108999</c:v>
                </c:pt>
                <c:pt idx="375">
                  <c:v>17.8571712299449</c:v>
                </c:pt>
                <c:pt idx="376">
                  <c:v>9.0722489486679105</c:v>
                </c:pt>
                <c:pt idx="377">
                  <c:v>3.9214079935149901</c:v>
                </c:pt>
                <c:pt idx="378">
                  <c:v>6.0283666327069199</c:v>
                </c:pt>
                <c:pt idx="379">
                  <c:v>3.0078361614489002</c:v>
                </c:pt>
                <c:pt idx="380">
                  <c:v>7.7937834134051096</c:v>
                </c:pt>
                <c:pt idx="381">
                  <c:v>3.7450454514345899</c:v>
                </c:pt>
                <c:pt idx="382">
                  <c:v>13.4393990204644</c:v>
                </c:pt>
                <c:pt idx="383">
                  <c:v>6.9003155034433803</c:v>
                </c:pt>
                <c:pt idx="384">
                  <c:v>3.3748844688526498</c:v>
                </c:pt>
                <c:pt idx="385">
                  <c:v>33.1446130399654</c:v>
                </c:pt>
                <c:pt idx="386">
                  <c:v>16.753238579935999</c:v>
                </c:pt>
                <c:pt idx="387">
                  <c:v>8.5519296037695902</c:v>
                </c:pt>
                <c:pt idx="388">
                  <c:v>3.8799752659159301</c:v>
                </c:pt>
                <c:pt idx="389">
                  <c:v>14.193103145992801</c:v>
                </c:pt>
                <c:pt idx="390">
                  <c:v>7.2760374113483497</c:v>
                </c:pt>
                <c:pt idx="391">
                  <c:v>3.3852282610844799</c:v>
                </c:pt>
                <c:pt idx="392">
                  <c:v>34.872551370210601</c:v>
                </c:pt>
                <c:pt idx="393">
                  <c:v>16.699586473891902</c:v>
                </c:pt>
                <c:pt idx="394">
                  <c:v>8.5113710830384299</c:v>
                </c:pt>
                <c:pt idx="395">
                  <c:v>3.6862606309562098</c:v>
                </c:pt>
                <c:pt idx="396">
                  <c:v>6.2374204409434899</c:v>
                </c:pt>
                <c:pt idx="397">
                  <c:v>3.20056797262056</c:v>
                </c:pt>
                <c:pt idx="398">
                  <c:v>39.193351701792402</c:v>
                </c:pt>
                <c:pt idx="399">
                  <c:v>20.458964717688598</c:v>
                </c:pt>
                <c:pt idx="400">
                  <c:v>10.825382229313201</c:v>
                </c:pt>
                <c:pt idx="401">
                  <c:v>4.7289638384093804</c:v>
                </c:pt>
                <c:pt idx="402">
                  <c:v>18.191843890614699</c:v>
                </c:pt>
                <c:pt idx="403">
                  <c:v>9.4328117488763006</c:v>
                </c:pt>
                <c:pt idx="404">
                  <c:v>4.1698293777019897</c:v>
                </c:pt>
                <c:pt idx="405">
                  <c:v>11.7291197900455</c:v>
                </c:pt>
                <c:pt idx="406">
                  <c:v>6.5193111193608697</c:v>
                </c:pt>
                <c:pt idx="407">
                  <c:v>3.22914285004881</c:v>
                </c:pt>
                <c:pt idx="408">
                  <c:v>53.9262230705097</c:v>
                </c:pt>
                <c:pt idx="409">
                  <c:v>21.175471498504798</c:v>
                </c:pt>
                <c:pt idx="410">
                  <c:v>11.210924545065399</c:v>
                </c:pt>
                <c:pt idx="411">
                  <c:v>6.0807873140122499</c:v>
                </c:pt>
                <c:pt idx="412">
                  <c:v>2.7907563719212298</c:v>
                </c:pt>
                <c:pt idx="413">
                  <c:v>100.96061284765899</c:v>
                </c:pt>
                <c:pt idx="414">
                  <c:v>34.562371426769403</c:v>
                </c:pt>
                <c:pt idx="415">
                  <c:v>14.3313147570477</c:v>
                </c:pt>
                <c:pt idx="416">
                  <c:v>7.2988700631247196</c:v>
                </c:pt>
                <c:pt idx="417">
                  <c:v>3.66110250081528</c:v>
                </c:pt>
                <c:pt idx="418">
                  <c:v>144.22187722001999</c:v>
                </c:pt>
                <c:pt idx="419">
                  <c:v>46.394422448843997</c:v>
                </c:pt>
                <c:pt idx="420">
                  <c:v>21.442222561845401</c:v>
                </c:pt>
                <c:pt idx="421">
                  <c:v>9.4203269564689993</c:v>
                </c:pt>
                <c:pt idx="422">
                  <c:v>3.9108581457531502</c:v>
                </c:pt>
                <c:pt idx="423">
                  <c:v>216.85843681068101</c:v>
                </c:pt>
                <c:pt idx="424">
                  <c:v>59.651698991695199</c:v>
                </c:pt>
                <c:pt idx="425">
                  <c:v>25.806276652140198</c:v>
                </c:pt>
                <c:pt idx="426">
                  <c:v>11.325114838717999</c:v>
                </c:pt>
                <c:pt idx="427">
                  <c:v>4.3244079147807799</c:v>
                </c:pt>
                <c:pt idx="428">
                  <c:v>345.50646534963602</c:v>
                </c:pt>
                <c:pt idx="429">
                  <c:v>110.713556737296</c:v>
                </c:pt>
                <c:pt idx="430">
                  <c:v>29.8332988014098</c:v>
                </c:pt>
                <c:pt idx="431">
                  <c:v>7.87977403722509</c:v>
                </c:pt>
                <c:pt idx="432">
                  <c:v>231.97772233222199</c:v>
                </c:pt>
                <c:pt idx="433">
                  <c:v>59.608083995823797</c:v>
                </c:pt>
                <c:pt idx="434">
                  <c:v>26.271807129273501</c:v>
                </c:pt>
                <c:pt idx="435">
                  <c:v>11.0141564971535</c:v>
                </c:pt>
                <c:pt idx="436">
                  <c:v>4.1602889442489399</c:v>
                </c:pt>
                <c:pt idx="437">
                  <c:v>7.5418409354957099</c:v>
                </c:pt>
                <c:pt idx="438">
                  <c:v>3.6538065342631398</c:v>
                </c:pt>
                <c:pt idx="439">
                  <c:v>18.279563495034299</c:v>
                </c:pt>
                <c:pt idx="440">
                  <c:v>9.4840907399660601</c:v>
                </c:pt>
                <c:pt idx="441">
                  <c:v>4.03808535376987</c:v>
                </c:pt>
                <c:pt idx="442">
                  <c:v>225.324778505501</c:v>
                </c:pt>
                <c:pt idx="443">
                  <c:v>49.067203122324997</c:v>
                </c:pt>
                <c:pt idx="444">
                  <c:v>18.337275543953499</c:v>
                </c:pt>
                <c:pt idx="445">
                  <c:v>8.0601397560139691</c:v>
                </c:pt>
                <c:pt idx="446">
                  <c:v>3.3108263464835401</c:v>
                </c:pt>
                <c:pt idx="447">
                  <c:v>7.7588954201053504</c:v>
                </c:pt>
                <c:pt idx="448">
                  <c:v>3.5049655714046999</c:v>
                </c:pt>
                <c:pt idx="449">
                  <c:v>242.83928088013801</c:v>
                </c:pt>
                <c:pt idx="450">
                  <c:v>31.5317475481834</c:v>
                </c:pt>
                <c:pt idx="451">
                  <c:v>138.02798070140901</c:v>
                </c:pt>
                <c:pt idx="452">
                  <c:v>20.877733419135801</c:v>
                </c:pt>
                <c:pt idx="453">
                  <c:v>26.4848108268733</c:v>
                </c:pt>
                <c:pt idx="454">
                  <c:v>6.8831450439627604</c:v>
                </c:pt>
                <c:pt idx="455">
                  <c:v>42.340633512036</c:v>
                </c:pt>
                <c:pt idx="456">
                  <c:v>17.564921001650401</c:v>
                </c:pt>
                <c:pt idx="457">
                  <c:v>6.2841565071365197</c:v>
                </c:pt>
                <c:pt idx="458">
                  <c:v>186.707692618045</c:v>
                </c:pt>
                <c:pt idx="459">
                  <c:v>44.462755951523199</c:v>
                </c:pt>
                <c:pt idx="460">
                  <c:v>21.127638717236401</c:v>
                </c:pt>
                <c:pt idx="461">
                  <c:v>8.9622677997871492</c:v>
                </c:pt>
                <c:pt idx="462">
                  <c:v>3.5349755496073501</c:v>
                </c:pt>
                <c:pt idx="463">
                  <c:v>256.54522634180199</c:v>
                </c:pt>
                <c:pt idx="464">
                  <c:v>77.327371956916494</c:v>
                </c:pt>
                <c:pt idx="465">
                  <c:v>24.693531364291101</c:v>
                </c:pt>
                <c:pt idx="466">
                  <c:v>6.5341247198987098</c:v>
                </c:pt>
                <c:pt idx="467">
                  <c:v>162.663111774275</c:v>
                </c:pt>
                <c:pt idx="468">
                  <c:v>48.573329128264596</c:v>
                </c:pt>
                <c:pt idx="469">
                  <c:v>19.5512632020315</c:v>
                </c:pt>
                <c:pt idx="470">
                  <c:v>8.6160192710533696</c:v>
                </c:pt>
                <c:pt idx="471">
                  <c:v>3.8157035052501098</c:v>
                </c:pt>
                <c:pt idx="472">
                  <c:v>418.19432997090797</c:v>
                </c:pt>
                <c:pt idx="473">
                  <c:v>103.93659596117</c:v>
                </c:pt>
                <c:pt idx="474">
                  <c:v>45.128188610371303</c:v>
                </c:pt>
                <c:pt idx="475">
                  <c:v>16.0449659491997</c:v>
                </c:pt>
                <c:pt idx="476">
                  <c:v>5.2833931043850102</c:v>
                </c:pt>
                <c:pt idx="477">
                  <c:v>336.75185507333299</c:v>
                </c:pt>
                <c:pt idx="478">
                  <c:v>88.6130338849635</c:v>
                </c:pt>
                <c:pt idx="479">
                  <c:v>34.9284785818637</c:v>
                </c:pt>
                <c:pt idx="480">
                  <c:v>12.6638071643833</c:v>
                </c:pt>
                <c:pt idx="481">
                  <c:v>4.46875345246126</c:v>
                </c:pt>
                <c:pt idx="482">
                  <c:v>221.792020851568</c:v>
                </c:pt>
                <c:pt idx="483">
                  <c:v>59.898770502158797</c:v>
                </c:pt>
                <c:pt idx="484">
                  <c:v>11.7761637365629</c:v>
                </c:pt>
                <c:pt idx="485">
                  <c:v>148.41521224720199</c:v>
                </c:pt>
                <c:pt idx="486">
                  <c:v>53.655701745949202</c:v>
                </c:pt>
                <c:pt idx="487">
                  <c:v>11.871116728749101</c:v>
                </c:pt>
                <c:pt idx="488">
                  <c:v>43.044967108865897</c:v>
                </c:pt>
                <c:pt idx="489">
                  <c:v>22.295070643023301</c:v>
                </c:pt>
                <c:pt idx="490">
                  <c:v>11.3128450374374</c:v>
                </c:pt>
                <c:pt idx="491">
                  <c:v>4.9419072655658498</c:v>
                </c:pt>
                <c:pt idx="492">
                  <c:v>50.160458370001898</c:v>
                </c:pt>
                <c:pt idx="493">
                  <c:v>26.186594407723302</c:v>
                </c:pt>
                <c:pt idx="494">
                  <c:v>13.203712832408799</c:v>
                </c:pt>
                <c:pt idx="495">
                  <c:v>5.7679146282823304</c:v>
                </c:pt>
                <c:pt idx="496">
                  <c:v>13.66807690165</c:v>
                </c:pt>
                <c:pt idx="497">
                  <c:v>5.9542753868648104</c:v>
                </c:pt>
                <c:pt idx="498">
                  <c:v>75.126239417711503</c:v>
                </c:pt>
                <c:pt idx="499">
                  <c:v>33.515172948254602</c:v>
                </c:pt>
                <c:pt idx="500">
                  <c:v>15.328612610691501</c:v>
                </c:pt>
                <c:pt idx="501">
                  <c:v>6.3089626889072399</c:v>
                </c:pt>
                <c:pt idx="502">
                  <c:v>17.953356253387</c:v>
                </c:pt>
                <c:pt idx="503">
                  <c:v>7.3916044781289001</c:v>
                </c:pt>
                <c:pt idx="504">
                  <c:v>43.4773585707742</c:v>
                </c:pt>
                <c:pt idx="505">
                  <c:v>19.963203664926699</c:v>
                </c:pt>
                <c:pt idx="506">
                  <c:v>7.7652763409367598</c:v>
                </c:pt>
                <c:pt idx="507">
                  <c:v>112.488767168172</c:v>
                </c:pt>
                <c:pt idx="508">
                  <c:v>42.930177543468297</c:v>
                </c:pt>
                <c:pt idx="509">
                  <c:v>17.0939079973482</c:v>
                </c:pt>
                <c:pt idx="510">
                  <c:v>7.2845202421914896</c:v>
                </c:pt>
                <c:pt idx="511">
                  <c:v>6.2880723854299099</c:v>
                </c:pt>
                <c:pt idx="512">
                  <c:v>101.329831438179</c:v>
                </c:pt>
                <c:pt idx="513">
                  <c:v>39.2186760046201</c:v>
                </c:pt>
                <c:pt idx="514">
                  <c:v>16.176974317043001</c:v>
                </c:pt>
                <c:pt idx="515">
                  <c:v>5.8258420049103901</c:v>
                </c:pt>
                <c:pt idx="516">
                  <c:v>41.452527281213797</c:v>
                </c:pt>
                <c:pt idx="517">
                  <c:v>18.028944279309599</c:v>
                </c:pt>
                <c:pt idx="518">
                  <c:v>5.6183608403364298</c:v>
                </c:pt>
                <c:pt idx="519">
                  <c:v>101.329831438179</c:v>
                </c:pt>
                <c:pt idx="520">
                  <c:v>39.2186760046201</c:v>
                </c:pt>
                <c:pt idx="521">
                  <c:v>16.176974317043001</c:v>
                </c:pt>
                <c:pt idx="522">
                  <c:v>5.8258420049103901</c:v>
                </c:pt>
                <c:pt idx="523">
                  <c:v>21.133603008660799</c:v>
                </c:pt>
                <c:pt idx="524">
                  <c:v>6.5440317607727403</c:v>
                </c:pt>
                <c:pt idx="525">
                  <c:v>10.1761198550229</c:v>
                </c:pt>
                <c:pt idx="526">
                  <c:v>15.5475003455951</c:v>
                </c:pt>
                <c:pt idx="527">
                  <c:v>4.9452571904629998</c:v>
                </c:pt>
                <c:pt idx="528">
                  <c:v>11.9722053746131</c:v>
                </c:pt>
                <c:pt idx="529">
                  <c:v>6.37834417482083</c:v>
                </c:pt>
                <c:pt idx="530">
                  <c:v>3.1512956867973299</c:v>
                </c:pt>
                <c:pt idx="531">
                  <c:v>14.4834370129412</c:v>
                </c:pt>
                <c:pt idx="532">
                  <c:v>7.7149405584882302</c:v>
                </c:pt>
                <c:pt idx="533">
                  <c:v>3.8814268000931098</c:v>
                </c:pt>
                <c:pt idx="534">
                  <c:v>19.663854955046698</c:v>
                </c:pt>
                <c:pt idx="535">
                  <c:v>9.9886085386100198</c:v>
                </c:pt>
                <c:pt idx="536">
                  <c:v>4.2953795087381597</c:v>
                </c:pt>
                <c:pt idx="537">
                  <c:v>34.100996906245001</c:v>
                </c:pt>
                <c:pt idx="538">
                  <c:v>16.8701066145947</c:v>
                </c:pt>
                <c:pt idx="539">
                  <c:v>8.9112622477575698</c:v>
                </c:pt>
                <c:pt idx="540">
                  <c:v>3.8090608720624601</c:v>
                </c:pt>
                <c:pt idx="541">
                  <c:v>6.9331480407336397</c:v>
                </c:pt>
                <c:pt idx="542">
                  <c:v>3.3476358965228599</c:v>
                </c:pt>
                <c:pt idx="543">
                  <c:v>29.637278055986901</c:v>
                </c:pt>
                <c:pt idx="544">
                  <c:v>16.371194966120999</c:v>
                </c:pt>
                <c:pt idx="545">
                  <c:v>8.4020608183832</c:v>
                </c:pt>
                <c:pt idx="546">
                  <c:v>3.5833357272850401</c:v>
                </c:pt>
                <c:pt idx="547">
                  <c:v>102.18479772395899</c:v>
                </c:pt>
                <c:pt idx="548">
                  <c:v>35.060782649773103</c:v>
                </c:pt>
                <c:pt idx="549">
                  <c:v>15.6839074655131</c:v>
                </c:pt>
                <c:pt idx="550">
                  <c:v>8.0025229297006497</c:v>
                </c:pt>
                <c:pt idx="551">
                  <c:v>3.4972596137230498</c:v>
                </c:pt>
                <c:pt idx="552">
                  <c:v>104.96221889246701</c:v>
                </c:pt>
                <c:pt idx="553">
                  <c:v>34.764068998208003</c:v>
                </c:pt>
                <c:pt idx="554">
                  <c:v>15.0501892138752</c:v>
                </c:pt>
                <c:pt idx="555">
                  <c:v>7.6910321301639604</c:v>
                </c:pt>
                <c:pt idx="556">
                  <c:v>3.5965291823708698</c:v>
                </c:pt>
                <c:pt idx="557">
                  <c:v>24.8812202047101</c:v>
                </c:pt>
                <c:pt idx="558">
                  <c:v>11.623083916263299</c:v>
                </c:pt>
                <c:pt idx="559">
                  <c:v>6.6412511818370303</c:v>
                </c:pt>
                <c:pt idx="560">
                  <c:v>3.86235619234199</c:v>
                </c:pt>
                <c:pt idx="561">
                  <c:v>1.9446080673749899</c:v>
                </c:pt>
                <c:pt idx="562">
                  <c:v>20.458964717688598</c:v>
                </c:pt>
                <c:pt idx="563">
                  <c:v>10.825382229313201</c:v>
                </c:pt>
                <c:pt idx="564">
                  <c:v>4.7289638384093804</c:v>
                </c:pt>
                <c:pt idx="565">
                  <c:v>346.05056878772899</c:v>
                </c:pt>
                <c:pt idx="566">
                  <c:v>85.3154525212788</c:v>
                </c:pt>
                <c:pt idx="567">
                  <c:v>13.1318563304556</c:v>
                </c:pt>
                <c:pt idx="568">
                  <c:v>257.316593015997</c:v>
                </c:pt>
                <c:pt idx="569">
                  <c:v>61.7744694457189</c:v>
                </c:pt>
                <c:pt idx="570">
                  <c:v>14.3185392741785</c:v>
                </c:pt>
                <c:pt idx="571">
                  <c:v>129.492495188215</c:v>
                </c:pt>
                <c:pt idx="572">
                  <c:v>38.740626456544902</c:v>
                </c:pt>
                <c:pt idx="573">
                  <c:v>17.567656755335999</c:v>
                </c:pt>
                <c:pt idx="574">
                  <c:v>8.2225914170884202</c:v>
                </c:pt>
                <c:pt idx="575">
                  <c:v>3.8654938011605502</c:v>
                </c:pt>
                <c:pt idx="576">
                  <c:v>56.502806201351603</c:v>
                </c:pt>
                <c:pt idx="577">
                  <c:v>23.9997098479027</c:v>
                </c:pt>
                <c:pt idx="578">
                  <c:v>10.564491031343101</c:v>
                </c:pt>
                <c:pt idx="579">
                  <c:v>4.6715712185656297</c:v>
                </c:pt>
                <c:pt idx="580">
                  <c:v>162.27834101345101</c:v>
                </c:pt>
                <c:pt idx="581">
                  <c:v>49.252994618642397</c:v>
                </c:pt>
                <c:pt idx="582">
                  <c:v>23.035019733772501</c:v>
                </c:pt>
                <c:pt idx="583">
                  <c:v>11.044342385843301</c:v>
                </c:pt>
                <c:pt idx="584">
                  <c:v>4.25490727338686</c:v>
                </c:pt>
                <c:pt idx="585">
                  <c:v>339.11351370715801</c:v>
                </c:pt>
                <c:pt idx="586">
                  <c:v>58.033807619085003</c:v>
                </c:pt>
                <c:pt idx="587">
                  <c:v>26.909420893179199</c:v>
                </c:pt>
                <c:pt idx="588">
                  <c:v>10.9357356149917</c:v>
                </c:pt>
                <c:pt idx="589">
                  <c:v>3.9378662345017501</c:v>
                </c:pt>
                <c:pt idx="590">
                  <c:v>83.662419133517503</c:v>
                </c:pt>
                <c:pt idx="591">
                  <c:v>35.149771914266999</c:v>
                </c:pt>
                <c:pt idx="592">
                  <c:v>13.6749336854189</c:v>
                </c:pt>
                <c:pt idx="593">
                  <c:v>4.7406421920983597</c:v>
                </c:pt>
                <c:pt idx="594">
                  <c:v>111.89817239280499</c:v>
                </c:pt>
                <c:pt idx="595">
                  <c:v>42.671995904109401</c:v>
                </c:pt>
                <c:pt idx="596">
                  <c:v>10.3747971202088</c:v>
                </c:pt>
                <c:pt idx="597">
                  <c:v>419.96196534322098</c:v>
                </c:pt>
                <c:pt idx="598">
                  <c:v>112.337105099364</c:v>
                </c:pt>
                <c:pt idx="599">
                  <c:v>43.714374798082503</c:v>
                </c:pt>
                <c:pt idx="600">
                  <c:v>17.809046603823599</c:v>
                </c:pt>
                <c:pt idx="601">
                  <c:v>6.9030186599148697</c:v>
                </c:pt>
                <c:pt idx="602">
                  <c:v>19.759096262837801</c:v>
                </c:pt>
                <c:pt idx="603">
                  <c:v>8.7783205387355299</c:v>
                </c:pt>
                <c:pt idx="604">
                  <c:v>3.5139800215802199</c:v>
                </c:pt>
                <c:pt idx="605">
                  <c:v>40.645007039169698</c:v>
                </c:pt>
                <c:pt idx="606">
                  <c:v>18.731629659331201</c:v>
                </c:pt>
                <c:pt idx="607">
                  <c:v>10.1298318207241</c:v>
                </c:pt>
                <c:pt idx="608">
                  <c:v>4.7074661428627902</c:v>
                </c:pt>
                <c:pt idx="609">
                  <c:v>3.95661407054431</c:v>
                </c:pt>
                <c:pt idx="610">
                  <c:v>157.62803080007399</c:v>
                </c:pt>
                <c:pt idx="611">
                  <c:v>50.7359808754195</c:v>
                </c:pt>
                <c:pt idx="612">
                  <c:v>23.549347030665398</c:v>
                </c:pt>
                <c:pt idx="613">
                  <c:v>6.8244182687030603</c:v>
                </c:pt>
                <c:pt idx="614">
                  <c:v>143.851949038226</c:v>
                </c:pt>
                <c:pt idx="615">
                  <c:v>38.496828032085098</c:v>
                </c:pt>
                <c:pt idx="616">
                  <c:v>18.154255868999201</c:v>
                </c:pt>
                <c:pt idx="617">
                  <c:v>9.0757325996168792</c:v>
                </c:pt>
                <c:pt idx="618">
                  <c:v>3.4589509703424999</c:v>
                </c:pt>
                <c:pt idx="619">
                  <c:v>122.802484693693</c:v>
                </c:pt>
                <c:pt idx="620">
                  <c:v>20.524455974608301</c:v>
                </c:pt>
                <c:pt idx="621">
                  <c:v>95.884313917380794</c:v>
                </c:pt>
                <c:pt idx="622">
                  <c:v>31.794745830908401</c:v>
                </c:pt>
                <c:pt idx="623">
                  <c:v>15.6852666805193</c:v>
                </c:pt>
                <c:pt idx="624">
                  <c:v>8.1570678183763103</c:v>
                </c:pt>
                <c:pt idx="625">
                  <c:v>3.2212803606037999</c:v>
                </c:pt>
                <c:pt idx="626">
                  <c:v>319.48739373403498</c:v>
                </c:pt>
                <c:pt idx="627">
                  <c:v>80.694977220421507</c:v>
                </c:pt>
                <c:pt idx="628">
                  <c:v>29.4975693558738</c:v>
                </c:pt>
                <c:pt idx="629">
                  <c:v>14.8753447693331</c:v>
                </c:pt>
                <c:pt idx="630">
                  <c:v>4.9501754760411396</c:v>
                </c:pt>
                <c:pt idx="631">
                  <c:v>429.27668033707602</c:v>
                </c:pt>
                <c:pt idx="632">
                  <c:v>123.891240881793</c:v>
                </c:pt>
                <c:pt idx="633">
                  <c:v>38.0251461355979</c:v>
                </c:pt>
                <c:pt idx="634">
                  <c:v>11.775026281635499</c:v>
                </c:pt>
                <c:pt idx="635">
                  <c:v>143.163867497182</c:v>
                </c:pt>
                <c:pt idx="636">
                  <c:v>39.537928869843199</c:v>
                </c:pt>
                <c:pt idx="637">
                  <c:v>19.574981991726201</c:v>
                </c:pt>
                <c:pt idx="638">
                  <c:v>8.4730875544669892</c:v>
                </c:pt>
                <c:pt idx="639">
                  <c:v>3.79463839560866</c:v>
                </c:pt>
                <c:pt idx="640">
                  <c:v>273.26829461504002</c:v>
                </c:pt>
                <c:pt idx="641">
                  <c:v>62.513463816345997</c:v>
                </c:pt>
                <c:pt idx="642">
                  <c:v>25.073874860716899</c:v>
                </c:pt>
                <c:pt idx="643">
                  <c:v>10.6686663547931</c:v>
                </c:pt>
                <c:pt idx="644">
                  <c:v>4.30513331454652</c:v>
                </c:pt>
                <c:pt idx="645">
                  <c:v>21.160886895564602</c:v>
                </c:pt>
                <c:pt idx="646">
                  <c:v>10.0956585428334</c:v>
                </c:pt>
                <c:pt idx="647">
                  <c:v>4.4961852239025601</c:v>
                </c:pt>
                <c:pt idx="648">
                  <c:v>5.7529641361105304</c:v>
                </c:pt>
                <c:pt idx="649">
                  <c:v>6.1789645625760601</c:v>
                </c:pt>
                <c:pt idx="650">
                  <c:v>31.849844986863499</c:v>
                </c:pt>
                <c:pt idx="651">
                  <c:v>17.038759940147401</c:v>
                </c:pt>
                <c:pt idx="652">
                  <c:v>8.5528997739627304</c:v>
                </c:pt>
                <c:pt idx="653">
                  <c:v>3.9533436579560299</c:v>
                </c:pt>
                <c:pt idx="654">
                  <c:v>502.782300687717</c:v>
                </c:pt>
                <c:pt idx="655">
                  <c:v>117.701593402215</c:v>
                </c:pt>
                <c:pt idx="656">
                  <c:v>38.490131779278798</c:v>
                </c:pt>
                <c:pt idx="657">
                  <c:v>9.6632354449691302</c:v>
                </c:pt>
                <c:pt idx="658">
                  <c:v>70.703516614586704</c:v>
                </c:pt>
                <c:pt idx="659">
                  <c:v>27.953499288975198</c:v>
                </c:pt>
                <c:pt idx="660">
                  <c:v>14.6609837227077</c:v>
                </c:pt>
                <c:pt idx="661">
                  <c:v>5.836461292628</c:v>
                </c:pt>
                <c:pt idx="662">
                  <c:v>320.65904641690901</c:v>
                </c:pt>
                <c:pt idx="663">
                  <c:v>101.035055754498</c:v>
                </c:pt>
                <c:pt idx="664">
                  <c:v>28.557717079563201</c:v>
                </c:pt>
                <c:pt idx="665">
                  <c:v>8.1683674338106105</c:v>
                </c:pt>
                <c:pt idx="666">
                  <c:v>4.9872199680746103</c:v>
                </c:pt>
                <c:pt idx="667">
                  <c:v>254.63857817267299</c:v>
                </c:pt>
                <c:pt idx="668">
                  <c:v>78.558274328535006</c:v>
                </c:pt>
                <c:pt idx="669">
                  <c:v>33.205997782592704</c:v>
                </c:pt>
                <c:pt idx="670">
                  <c:v>13.5289379913413</c:v>
                </c:pt>
                <c:pt idx="671">
                  <c:v>4.6433911154675496</c:v>
                </c:pt>
                <c:pt idx="672">
                  <c:v>104.813812103611</c:v>
                </c:pt>
                <c:pt idx="673">
                  <c:v>38.884191553213299</c:v>
                </c:pt>
                <c:pt idx="674">
                  <c:v>19.234795596964101</c:v>
                </c:pt>
                <c:pt idx="675">
                  <c:v>8.4644440807619397</c:v>
                </c:pt>
                <c:pt idx="676">
                  <c:v>4.2741156914971103</c:v>
                </c:pt>
                <c:pt idx="677">
                  <c:v>9.3155834086401192</c:v>
                </c:pt>
                <c:pt idx="678">
                  <c:v>14.7649600282211</c:v>
                </c:pt>
                <c:pt idx="679">
                  <c:v>3.9409433694768801</c:v>
                </c:pt>
                <c:pt idx="680">
                  <c:v>8.9681443875965794</c:v>
                </c:pt>
                <c:pt idx="681">
                  <c:v>58.204810648629703</c:v>
                </c:pt>
                <c:pt idx="682">
                  <c:v>23.9321893613348</c:v>
                </c:pt>
                <c:pt idx="683">
                  <c:v>11.9722053746131</c:v>
                </c:pt>
                <c:pt idx="684">
                  <c:v>6.37834417482083</c:v>
                </c:pt>
                <c:pt idx="685">
                  <c:v>3.1512956867973299</c:v>
                </c:pt>
                <c:pt idx="686">
                  <c:v>14.4834370129412</c:v>
                </c:pt>
                <c:pt idx="687">
                  <c:v>7.7149405584882302</c:v>
                </c:pt>
                <c:pt idx="688">
                  <c:v>3.8814268000931098</c:v>
                </c:pt>
                <c:pt idx="689">
                  <c:v>89.984708503688097</c:v>
                </c:pt>
                <c:pt idx="690">
                  <c:v>31.8543827573952</c:v>
                </c:pt>
                <c:pt idx="691">
                  <c:v>16.900380622318799</c:v>
                </c:pt>
                <c:pt idx="692">
                  <c:v>8.1444156238191301</c:v>
                </c:pt>
                <c:pt idx="693">
                  <c:v>3.7892056809526999</c:v>
                </c:pt>
                <c:pt idx="694">
                  <c:v>184.91184781391999</c:v>
                </c:pt>
                <c:pt idx="695">
                  <c:v>62.085572688864097</c:v>
                </c:pt>
                <c:pt idx="696">
                  <c:v>30.674101523322999</c:v>
                </c:pt>
                <c:pt idx="697">
                  <c:v>14.2949967226686</c:v>
                </c:pt>
                <c:pt idx="698">
                  <c:v>6.2572968578761801</c:v>
                </c:pt>
                <c:pt idx="699">
                  <c:v>5.3079421377962603</c:v>
                </c:pt>
                <c:pt idx="700">
                  <c:v>3.5805607772923902</c:v>
                </c:pt>
                <c:pt idx="701">
                  <c:v>6.5464890251632903</c:v>
                </c:pt>
                <c:pt idx="702">
                  <c:v>20.448200025262999</c:v>
                </c:pt>
                <c:pt idx="703">
                  <c:v>6.5395900615815901</c:v>
                </c:pt>
                <c:pt idx="704">
                  <c:v>10.959841562752199</c:v>
                </c:pt>
                <c:pt idx="705">
                  <c:v>159.607027895257</c:v>
                </c:pt>
                <c:pt idx="706">
                  <c:v>55.493523773952397</c:v>
                </c:pt>
                <c:pt idx="707">
                  <c:v>20.448200025262999</c:v>
                </c:pt>
                <c:pt idx="708">
                  <c:v>6.5395900615815901</c:v>
                </c:pt>
                <c:pt idx="709">
                  <c:v>5.4551229885338497</c:v>
                </c:pt>
                <c:pt idx="710">
                  <c:v>133.083509637905</c:v>
                </c:pt>
                <c:pt idx="711">
                  <c:v>44.909717784494703</c:v>
                </c:pt>
                <c:pt idx="712">
                  <c:v>20.866444715676799</c:v>
                </c:pt>
                <c:pt idx="713">
                  <c:v>10.464967912819599</c:v>
                </c:pt>
                <c:pt idx="714">
                  <c:v>4.1191684893757996</c:v>
                </c:pt>
                <c:pt idx="715">
                  <c:v>15.6561346980649</c:v>
                </c:pt>
                <c:pt idx="716">
                  <c:v>187.57860173051299</c:v>
                </c:pt>
                <c:pt idx="717">
                  <c:v>48.816344680952902</c:v>
                </c:pt>
                <c:pt idx="718">
                  <c:v>10.549870101201201</c:v>
                </c:pt>
                <c:pt idx="719">
                  <c:v>196.446144735801</c:v>
                </c:pt>
                <c:pt idx="720">
                  <c:v>51.285932580896599</c:v>
                </c:pt>
                <c:pt idx="721">
                  <c:v>9.8282959592253292</c:v>
                </c:pt>
                <c:pt idx="722">
                  <c:v>128.1626532814</c:v>
                </c:pt>
                <c:pt idx="723">
                  <c:v>33.2924929604496</c:v>
                </c:pt>
                <c:pt idx="724">
                  <c:v>8.16208669468773</c:v>
                </c:pt>
                <c:pt idx="725">
                  <c:v>31.0824754586707</c:v>
                </c:pt>
                <c:pt idx="726">
                  <c:v>18.4824666892968</c:v>
                </c:pt>
                <c:pt idx="727">
                  <c:v>8.5739857996004698</c:v>
                </c:pt>
                <c:pt idx="728">
                  <c:v>4.26710317445737</c:v>
                </c:pt>
                <c:pt idx="729">
                  <c:v>72.938800212289493</c:v>
                </c:pt>
                <c:pt idx="730">
                  <c:v>27.141421270591501</c:v>
                </c:pt>
                <c:pt idx="731">
                  <c:v>8.6544570887231504</c:v>
                </c:pt>
                <c:pt idx="732">
                  <c:v>145.084444581664</c:v>
                </c:pt>
                <c:pt idx="733">
                  <c:v>60.277540650541198</c:v>
                </c:pt>
                <c:pt idx="734">
                  <c:v>20.1581167592411</c:v>
                </c:pt>
                <c:pt idx="735">
                  <c:v>6.6285299410713003</c:v>
                </c:pt>
                <c:pt idx="736">
                  <c:v>151.63136200420999</c:v>
                </c:pt>
                <c:pt idx="737">
                  <c:v>21.94169094574</c:v>
                </c:pt>
                <c:pt idx="738">
                  <c:v>23.418381353883301</c:v>
                </c:pt>
                <c:pt idx="739">
                  <c:v>9.3717319182815295</c:v>
                </c:pt>
                <c:pt idx="740">
                  <c:v>5.0548630586761201</c:v>
                </c:pt>
                <c:pt idx="741">
                  <c:v>2.95883026975359</c:v>
                </c:pt>
                <c:pt idx="742">
                  <c:v>1.62362828781685</c:v>
                </c:pt>
                <c:pt idx="743">
                  <c:v>34.975925583982203</c:v>
                </c:pt>
                <c:pt idx="744">
                  <c:v>13.6844529205424</c:v>
                </c:pt>
                <c:pt idx="745">
                  <c:v>5.1593789891034296</c:v>
                </c:pt>
                <c:pt idx="746">
                  <c:v>214.922138252487</c:v>
                </c:pt>
                <c:pt idx="747">
                  <c:v>71.9459060118689</c:v>
                </c:pt>
                <c:pt idx="748">
                  <c:v>26.470993467649802</c:v>
                </c:pt>
                <c:pt idx="749">
                  <c:v>11.966226071927199</c:v>
                </c:pt>
                <c:pt idx="750">
                  <c:v>5.0908141634700002</c:v>
                </c:pt>
                <c:pt idx="751">
                  <c:v>15.3907984366853</c:v>
                </c:pt>
                <c:pt idx="752">
                  <c:v>7.4449017505875998</c:v>
                </c:pt>
                <c:pt idx="753">
                  <c:v>4.7515422400475398</c:v>
                </c:pt>
                <c:pt idx="754">
                  <c:v>2.7891060333724602</c:v>
                </c:pt>
                <c:pt idx="755">
                  <c:v>1.39447081463722</c:v>
                </c:pt>
                <c:pt idx="756">
                  <c:v>67.765937048079707</c:v>
                </c:pt>
                <c:pt idx="757">
                  <c:v>19.896852509506498</c:v>
                </c:pt>
                <c:pt idx="758">
                  <c:v>8.7348151876809794</c:v>
                </c:pt>
                <c:pt idx="759">
                  <c:v>4.68579823797287</c:v>
                </c:pt>
                <c:pt idx="760">
                  <c:v>2.1589547852736799</c:v>
                </c:pt>
                <c:pt idx="761">
                  <c:v>21.389910379962</c:v>
                </c:pt>
                <c:pt idx="762">
                  <c:v>9.3082149861240193</c:v>
                </c:pt>
                <c:pt idx="763">
                  <c:v>5.4913820289563402</c:v>
                </c:pt>
                <c:pt idx="764">
                  <c:v>3.41372810230965</c:v>
                </c:pt>
                <c:pt idx="765">
                  <c:v>1.7383725261116101</c:v>
                </c:pt>
                <c:pt idx="766">
                  <c:v>16.311285699523399</c:v>
                </c:pt>
                <c:pt idx="767">
                  <c:v>8.2444982588996591</c:v>
                </c:pt>
                <c:pt idx="768">
                  <c:v>3.9850026424859402</c:v>
                </c:pt>
                <c:pt idx="769">
                  <c:v>2.06626902307835</c:v>
                </c:pt>
                <c:pt idx="770">
                  <c:v>29.5850668443119</c:v>
                </c:pt>
                <c:pt idx="771">
                  <c:v>12.5182007695738</c:v>
                </c:pt>
                <c:pt idx="772">
                  <c:v>6.9247571588549803</c:v>
                </c:pt>
                <c:pt idx="773">
                  <c:v>4.3049170054029799</c:v>
                </c:pt>
                <c:pt idx="774">
                  <c:v>2.1416812507916401</c:v>
                </c:pt>
                <c:pt idx="775">
                  <c:v>40.222213526291902</c:v>
                </c:pt>
                <c:pt idx="776">
                  <c:v>18.637595886678199</c:v>
                </c:pt>
                <c:pt idx="777">
                  <c:v>8.2489993156179295</c:v>
                </c:pt>
                <c:pt idx="778">
                  <c:v>3.87284195386259</c:v>
                </c:pt>
                <c:pt idx="779">
                  <c:v>16.575110785779302</c:v>
                </c:pt>
                <c:pt idx="780">
                  <c:v>7.5406896911394599</c:v>
                </c:pt>
                <c:pt idx="781">
                  <c:v>4.8062685818565498</c:v>
                </c:pt>
                <c:pt idx="782">
                  <c:v>3.1775204197480802</c:v>
                </c:pt>
                <c:pt idx="783">
                  <c:v>1.74467146662816</c:v>
                </c:pt>
                <c:pt idx="784">
                  <c:v>43.775705414820202</c:v>
                </c:pt>
                <c:pt idx="785">
                  <c:v>9.5228992911195398</c:v>
                </c:pt>
                <c:pt idx="786">
                  <c:v>58.711495322984597</c:v>
                </c:pt>
                <c:pt idx="787">
                  <c:v>22.0764042523823</c:v>
                </c:pt>
                <c:pt idx="788">
                  <c:v>11.870678860861201</c:v>
                </c:pt>
                <c:pt idx="789">
                  <c:v>6.61910981002044</c:v>
                </c:pt>
                <c:pt idx="790">
                  <c:v>3.05926681009691</c:v>
                </c:pt>
                <c:pt idx="791">
                  <c:v>9.3233957002347498</c:v>
                </c:pt>
                <c:pt idx="792">
                  <c:v>5.3944261053489102</c:v>
                </c:pt>
                <c:pt idx="793">
                  <c:v>3.19092281922096</c:v>
                </c:pt>
                <c:pt idx="794">
                  <c:v>1.57737032598561</c:v>
                </c:pt>
                <c:pt idx="795">
                  <c:v>19.468131339573699</c:v>
                </c:pt>
                <c:pt idx="796">
                  <c:v>9.3233957002347498</c:v>
                </c:pt>
                <c:pt idx="797">
                  <c:v>5.3944261053489102</c:v>
                </c:pt>
                <c:pt idx="798">
                  <c:v>3.19092281922096</c:v>
                </c:pt>
                <c:pt idx="799">
                  <c:v>1.57737032598561</c:v>
                </c:pt>
                <c:pt idx="800">
                  <c:v>5.5600296620825604</c:v>
                </c:pt>
                <c:pt idx="801">
                  <c:v>3.2376645884826498</c:v>
                </c:pt>
                <c:pt idx="802">
                  <c:v>2.1565200444492998</c:v>
                </c:pt>
                <c:pt idx="803">
                  <c:v>1.5107549881317099</c:v>
                </c:pt>
                <c:pt idx="804">
                  <c:v>0.85420148136152596</c:v>
                </c:pt>
                <c:pt idx="805">
                  <c:v>5.6572729146694503</c:v>
                </c:pt>
                <c:pt idx="806">
                  <c:v>3.2881946817607601</c:v>
                </c:pt>
                <c:pt idx="807">
                  <c:v>2.2581107456200802</c:v>
                </c:pt>
                <c:pt idx="808">
                  <c:v>1.48320857240691</c:v>
                </c:pt>
                <c:pt idx="809">
                  <c:v>0.87770143348792395</c:v>
                </c:pt>
                <c:pt idx="810">
                  <c:v>8.65375754833914</c:v>
                </c:pt>
                <c:pt idx="811">
                  <c:v>4.66282226104701</c:v>
                </c:pt>
                <c:pt idx="812">
                  <c:v>3.1630902272689898</c:v>
                </c:pt>
                <c:pt idx="813">
                  <c:v>2.0602257993800799</c:v>
                </c:pt>
                <c:pt idx="814">
                  <c:v>1.1841153193375</c:v>
                </c:pt>
                <c:pt idx="815">
                  <c:v>10.983572879530101</c:v>
                </c:pt>
                <c:pt idx="816">
                  <c:v>5.2353585164080396</c:v>
                </c:pt>
                <c:pt idx="817">
                  <c:v>2.9773573231768098</c:v>
                </c:pt>
                <c:pt idx="818">
                  <c:v>1.86016027144895</c:v>
                </c:pt>
                <c:pt idx="819">
                  <c:v>1.0293726097392599</c:v>
                </c:pt>
                <c:pt idx="820">
                  <c:v>16.1102131011064</c:v>
                </c:pt>
                <c:pt idx="821">
                  <c:v>6.8213035366077399</c:v>
                </c:pt>
                <c:pt idx="822">
                  <c:v>3.8985501846103801</c:v>
                </c:pt>
                <c:pt idx="823">
                  <c:v>2.6493227520619902</c:v>
                </c:pt>
                <c:pt idx="824">
                  <c:v>1.4472126431377299</c:v>
                </c:pt>
                <c:pt idx="825">
                  <c:v>21.086631693387599</c:v>
                </c:pt>
                <c:pt idx="826">
                  <c:v>10.163493715927199</c:v>
                </c:pt>
                <c:pt idx="827">
                  <c:v>5.2480496267375498</c:v>
                </c:pt>
                <c:pt idx="828">
                  <c:v>3.4346832436205101</c:v>
                </c:pt>
                <c:pt idx="829">
                  <c:v>1.8491201677150599</c:v>
                </c:pt>
                <c:pt idx="830">
                  <c:v>1.77989536378298</c:v>
                </c:pt>
                <c:pt idx="831">
                  <c:v>1.1550129330629799</c:v>
                </c:pt>
                <c:pt idx="832">
                  <c:v>9.3262757103049001</c:v>
                </c:pt>
                <c:pt idx="833">
                  <c:v>4.9396002191861204</c:v>
                </c:pt>
                <c:pt idx="834">
                  <c:v>3.3315432669140801</c:v>
                </c:pt>
                <c:pt idx="835">
                  <c:v>1.8878248922312899</c:v>
                </c:pt>
                <c:pt idx="836">
                  <c:v>10.4033605472895</c:v>
                </c:pt>
                <c:pt idx="837">
                  <c:v>5.32465205268117</c:v>
                </c:pt>
                <c:pt idx="838">
                  <c:v>3.0802165165423201</c:v>
                </c:pt>
                <c:pt idx="839">
                  <c:v>2.1156247670375099</c:v>
                </c:pt>
                <c:pt idx="840">
                  <c:v>1.23501863651837</c:v>
                </c:pt>
                <c:pt idx="841">
                  <c:v>6.5378435750583499</c:v>
                </c:pt>
                <c:pt idx="842">
                  <c:v>3.8703807398357499</c:v>
                </c:pt>
                <c:pt idx="843">
                  <c:v>2.52720842490527</c:v>
                </c:pt>
                <c:pt idx="844">
                  <c:v>1.9053670376869201</c:v>
                </c:pt>
                <c:pt idx="845">
                  <c:v>1.1376561772893801</c:v>
                </c:pt>
                <c:pt idx="846">
                  <c:v>10.4561158848832</c:v>
                </c:pt>
                <c:pt idx="847">
                  <c:v>5.7349618943119998</c:v>
                </c:pt>
                <c:pt idx="848">
                  <c:v>3.4974770416206602</c:v>
                </c:pt>
                <c:pt idx="849">
                  <c:v>2.6162412392968899</c:v>
                </c:pt>
                <c:pt idx="850">
                  <c:v>1.5334892399325999</c:v>
                </c:pt>
                <c:pt idx="851">
                  <c:v>2.3838825855366599</c:v>
                </c:pt>
                <c:pt idx="852">
                  <c:v>1.5573495575871701</c:v>
                </c:pt>
                <c:pt idx="853">
                  <c:v>1.0092882646110199</c:v>
                </c:pt>
                <c:pt idx="854">
                  <c:v>14.2098251841917</c:v>
                </c:pt>
                <c:pt idx="855">
                  <c:v>7.3016910982986101</c:v>
                </c:pt>
                <c:pt idx="856">
                  <c:v>3.9878875723499498</c:v>
                </c:pt>
                <c:pt idx="857">
                  <c:v>2.74012064522742</c:v>
                </c:pt>
                <c:pt idx="858">
                  <c:v>1.7411780291938601</c:v>
                </c:pt>
                <c:pt idx="859">
                  <c:v>17.720957210803</c:v>
                </c:pt>
                <c:pt idx="860">
                  <c:v>5.1349305502947997</c:v>
                </c:pt>
                <c:pt idx="861">
                  <c:v>9.7687446408902296</c:v>
                </c:pt>
                <c:pt idx="862">
                  <c:v>4.0559279142289002</c:v>
                </c:pt>
                <c:pt idx="863">
                  <c:v>3.29087078196725</c:v>
                </c:pt>
                <c:pt idx="864">
                  <c:v>2.24558798971325</c:v>
                </c:pt>
                <c:pt idx="865">
                  <c:v>1.6416810362741101</c:v>
                </c:pt>
                <c:pt idx="866">
                  <c:v>1.22426527669212</c:v>
                </c:pt>
                <c:pt idx="867">
                  <c:v>0.75665642562878899</c:v>
                </c:pt>
                <c:pt idx="868">
                  <c:v>3.9483087711735201</c:v>
                </c:pt>
                <c:pt idx="869">
                  <c:v>2.5017401918548301</c:v>
                </c:pt>
                <c:pt idx="870">
                  <c:v>1.8153711698322299</c:v>
                </c:pt>
                <c:pt idx="871">
                  <c:v>1.3537927517135899</c:v>
                </c:pt>
                <c:pt idx="872">
                  <c:v>0.82956707163808896</c:v>
                </c:pt>
                <c:pt idx="873">
                  <c:v>3.29087078196725</c:v>
                </c:pt>
                <c:pt idx="874">
                  <c:v>2.24558798971325</c:v>
                </c:pt>
                <c:pt idx="875">
                  <c:v>1.6416810362741101</c:v>
                </c:pt>
                <c:pt idx="876">
                  <c:v>1.22426527669212</c:v>
                </c:pt>
                <c:pt idx="877">
                  <c:v>0.75665642562878899</c:v>
                </c:pt>
                <c:pt idx="878">
                  <c:v>3.1836733317711099</c:v>
                </c:pt>
                <c:pt idx="879">
                  <c:v>2.2822232242697398</c:v>
                </c:pt>
                <c:pt idx="880">
                  <c:v>1.70886553709681</c:v>
                </c:pt>
                <c:pt idx="881">
                  <c:v>1.0237139301223399</c:v>
                </c:pt>
                <c:pt idx="882">
                  <c:v>3.5428074757311001</c:v>
                </c:pt>
                <c:pt idx="883">
                  <c:v>2.5364882133806299</c:v>
                </c:pt>
                <c:pt idx="884">
                  <c:v>1.89925211828714</c:v>
                </c:pt>
                <c:pt idx="885">
                  <c:v>1.13127898856286</c:v>
                </c:pt>
                <c:pt idx="886">
                  <c:v>5.1030422173804997</c:v>
                </c:pt>
                <c:pt idx="887">
                  <c:v>3.1836733317711099</c:v>
                </c:pt>
                <c:pt idx="888">
                  <c:v>2.2822232242697398</c:v>
                </c:pt>
                <c:pt idx="889">
                  <c:v>1.70886553709681</c:v>
                </c:pt>
                <c:pt idx="890">
                  <c:v>1.0237139301223399</c:v>
                </c:pt>
                <c:pt idx="891">
                  <c:v>4.40762096117402</c:v>
                </c:pt>
                <c:pt idx="892">
                  <c:v>3.1321858778424398</c:v>
                </c:pt>
                <c:pt idx="893">
                  <c:v>2.0950677530701798</c:v>
                </c:pt>
                <c:pt idx="894">
                  <c:v>1.1983719054211699</c:v>
                </c:pt>
                <c:pt idx="895">
                  <c:v>4.2157246040896004</c:v>
                </c:pt>
                <c:pt idx="896">
                  <c:v>2.6083494805140002</c:v>
                </c:pt>
                <c:pt idx="897">
                  <c:v>1.42107348041952</c:v>
                </c:pt>
                <c:pt idx="898">
                  <c:v>4.40762096117402</c:v>
                </c:pt>
                <c:pt idx="899">
                  <c:v>3.1321858778424398</c:v>
                </c:pt>
                <c:pt idx="900">
                  <c:v>2.0950677530701798</c:v>
                </c:pt>
                <c:pt idx="901">
                  <c:v>1.1983719054211699</c:v>
                </c:pt>
                <c:pt idx="902">
                  <c:v>4.7959029859825097</c:v>
                </c:pt>
                <c:pt idx="903">
                  <c:v>2.9902297473927701</c:v>
                </c:pt>
                <c:pt idx="904">
                  <c:v>1.61075050097397</c:v>
                </c:pt>
                <c:pt idx="905">
                  <c:v>5.4495448807031197</c:v>
                </c:pt>
                <c:pt idx="906">
                  <c:v>3.1196266923625302</c:v>
                </c:pt>
                <c:pt idx="907">
                  <c:v>2.42421624747469</c:v>
                </c:pt>
                <c:pt idx="908">
                  <c:v>1.5777412502525101</c:v>
                </c:pt>
                <c:pt idx="909">
                  <c:v>0.88160280338516595</c:v>
                </c:pt>
                <c:pt idx="910">
                  <c:v>8.2335814427855407</c:v>
                </c:pt>
                <c:pt idx="911">
                  <c:v>4.5466541124475803</c:v>
                </c:pt>
                <c:pt idx="912">
                  <c:v>3.2544828752669899</c:v>
                </c:pt>
                <c:pt idx="913">
                  <c:v>2.1080531494322501</c:v>
                </c:pt>
                <c:pt idx="914">
                  <c:v>1.1672821295211899</c:v>
                </c:pt>
                <c:pt idx="915">
                  <c:v>5.7663636149105999</c:v>
                </c:pt>
                <c:pt idx="916">
                  <c:v>3.5265586905606701</c:v>
                </c:pt>
                <c:pt idx="917">
                  <c:v>1.96744724793259</c:v>
                </c:pt>
                <c:pt idx="918">
                  <c:v>5.6027059653460896</c:v>
                </c:pt>
                <c:pt idx="919">
                  <c:v>2.89818470149191</c:v>
                </c:pt>
                <c:pt idx="920">
                  <c:v>21.434681834449801</c:v>
                </c:pt>
                <c:pt idx="921">
                  <c:v>9.3078408079328092</c:v>
                </c:pt>
                <c:pt idx="922">
                  <c:v>5.62011886450186</c:v>
                </c:pt>
                <c:pt idx="923">
                  <c:v>3.6423665923608199</c:v>
                </c:pt>
                <c:pt idx="924">
                  <c:v>1.89790676665782</c:v>
                </c:pt>
                <c:pt idx="925">
                  <c:v>3.4396428082662802</c:v>
                </c:pt>
                <c:pt idx="926">
                  <c:v>2.1691080639508802</c:v>
                </c:pt>
                <c:pt idx="927">
                  <c:v>1.5770570461260001</c:v>
                </c:pt>
                <c:pt idx="928">
                  <c:v>1.12776101950648</c:v>
                </c:pt>
                <c:pt idx="929">
                  <c:v>57.956328384121797</c:v>
                </c:pt>
                <c:pt idx="930">
                  <c:v>23.531543259349199</c:v>
                </c:pt>
                <c:pt idx="931">
                  <c:v>12.238444284781499</c:v>
                </c:pt>
                <c:pt idx="932">
                  <c:v>6.51781437303839</c:v>
                </c:pt>
                <c:pt idx="933">
                  <c:v>3.1067851332707499</c:v>
                </c:pt>
                <c:pt idx="934">
                  <c:v>7.42549447091735</c:v>
                </c:pt>
                <c:pt idx="935">
                  <c:v>3.9974215657146801</c:v>
                </c:pt>
                <c:pt idx="936">
                  <c:v>2.6370449642563698</c:v>
                </c:pt>
                <c:pt idx="937">
                  <c:v>1.87328643843228</c:v>
                </c:pt>
                <c:pt idx="938">
                  <c:v>1.02983716304455</c:v>
                </c:pt>
                <c:pt idx="939">
                  <c:v>3.7273254096624</c:v>
                </c:pt>
                <c:pt idx="940">
                  <c:v>2.2696833202942899</c:v>
                </c:pt>
                <c:pt idx="941">
                  <c:v>1.62609257946571</c:v>
                </c:pt>
                <c:pt idx="942">
                  <c:v>1.1493590863405401</c:v>
                </c:pt>
                <c:pt idx="943">
                  <c:v>0.65735402564065903</c:v>
                </c:pt>
                <c:pt idx="944">
                  <c:v>2.6833811853796998</c:v>
                </c:pt>
                <c:pt idx="945">
                  <c:v>1.7439893100186901</c:v>
                </c:pt>
                <c:pt idx="946">
                  <c:v>1.3031955393260199</c:v>
                </c:pt>
                <c:pt idx="947">
                  <c:v>0.97326815095079999</c:v>
                </c:pt>
                <c:pt idx="948">
                  <c:v>0.60719068655411901</c:v>
                </c:pt>
                <c:pt idx="949">
                  <c:v>8.1665352603158397</c:v>
                </c:pt>
                <c:pt idx="950">
                  <c:v>4.5539025793476497</c:v>
                </c:pt>
                <c:pt idx="951">
                  <c:v>3.3322071277004</c:v>
                </c:pt>
                <c:pt idx="952">
                  <c:v>2.30813960726057</c:v>
                </c:pt>
                <c:pt idx="953">
                  <c:v>1.2979154538022599</c:v>
                </c:pt>
                <c:pt idx="954">
                  <c:v>1.2757197874569199</c:v>
                </c:pt>
                <c:pt idx="955">
                  <c:v>0.88070123205081696</c:v>
                </c:pt>
                <c:pt idx="956">
                  <c:v>0.81256470931705904</c:v>
                </c:pt>
                <c:pt idx="957">
                  <c:v>0.65540323164054004</c:v>
                </c:pt>
                <c:pt idx="958">
                  <c:v>0.39278770863284601</c:v>
                </c:pt>
                <c:pt idx="959">
                  <c:v>1.27866407585148</c:v>
                </c:pt>
                <c:pt idx="960">
                  <c:v>0.96600673404139303</c:v>
                </c:pt>
                <c:pt idx="961">
                  <c:v>0.73313537648062199</c:v>
                </c:pt>
                <c:pt idx="962">
                  <c:v>0.58684384223172104</c:v>
                </c:pt>
                <c:pt idx="963">
                  <c:v>0.403944276109583</c:v>
                </c:pt>
                <c:pt idx="964">
                  <c:v>2.1591947856830398</c:v>
                </c:pt>
                <c:pt idx="965">
                  <c:v>1.7405752768606799</c:v>
                </c:pt>
                <c:pt idx="966">
                  <c:v>1.2153069428229299</c:v>
                </c:pt>
                <c:pt idx="967">
                  <c:v>1.06153548651575</c:v>
                </c:pt>
                <c:pt idx="968">
                  <c:v>0.68988751753468602</c:v>
                </c:pt>
                <c:pt idx="969">
                  <c:v>85.439326767775597</c:v>
                </c:pt>
                <c:pt idx="970">
                  <c:v>32.688139195819097</c:v>
                </c:pt>
                <c:pt idx="971">
                  <c:v>15.560493686262699</c:v>
                </c:pt>
                <c:pt idx="972">
                  <c:v>7.4058705194754104</c:v>
                </c:pt>
                <c:pt idx="973">
                  <c:v>3.6433708801682001</c:v>
                </c:pt>
                <c:pt idx="974">
                  <c:v>192.202649755133</c:v>
                </c:pt>
                <c:pt idx="975">
                  <c:v>51.9874417607016</c:v>
                </c:pt>
                <c:pt idx="976">
                  <c:v>21.992865295997401</c:v>
                </c:pt>
                <c:pt idx="977">
                  <c:v>10.8030418843941</c:v>
                </c:pt>
                <c:pt idx="978">
                  <c:v>3.9779273281745899</c:v>
                </c:pt>
                <c:pt idx="979">
                  <c:v>20.9302419269643</c:v>
                </c:pt>
                <c:pt idx="980">
                  <c:v>10.077895065635101</c:v>
                </c:pt>
                <c:pt idx="981">
                  <c:v>5.8420838492968699</c:v>
                </c:pt>
                <c:pt idx="982">
                  <c:v>3.40848757221295</c:v>
                </c:pt>
                <c:pt idx="983">
                  <c:v>1.7588616525395699</c:v>
                </c:pt>
                <c:pt idx="984">
                  <c:v>7.2357292373840902</c:v>
                </c:pt>
                <c:pt idx="985">
                  <c:v>3.8587655863188699</c:v>
                </c:pt>
                <c:pt idx="986">
                  <c:v>2.4878263453766101</c:v>
                </c:pt>
                <c:pt idx="987">
                  <c:v>1.83443883313824</c:v>
                </c:pt>
                <c:pt idx="988">
                  <c:v>1.06955295502087</c:v>
                </c:pt>
                <c:pt idx="989">
                  <c:v>9.4683294787443497</c:v>
                </c:pt>
                <c:pt idx="990">
                  <c:v>5.6347666593693599</c:v>
                </c:pt>
                <c:pt idx="991">
                  <c:v>3.5622548638331102</c:v>
                </c:pt>
                <c:pt idx="992">
                  <c:v>2.6497648806865399</c:v>
                </c:pt>
                <c:pt idx="993">
                  <c:v>1.4821817977882901</c:v>
                </c:pt>
                <c:pt idx="994">
                  <c:v>12.150851123341599</c:v>
                </c:pt>
                <c:pt idx="995">
                  <c:v>5.9179055460533903</c:v>
                </c:pt>
                <c:pt idx="996">
                  <c:v>3.5990134632741402</c:v>
                </c:pt>
                <c:pt idx="997">
                  <c:v>2.5180802382885101</c:v>
                </c:pt>
                <c:pt idx="998">
                  <c:v>1.27829522070781</c:v>
                </c:pt>
                <c:pt idx="999">
                  <c:v>24.9301451184207</c:v>
                </c:pt>
                <c:pt idx="1000">
                  <c:v>12.393659090357</c:v>
                </c:pt>
                <c:pt idx="1001">
                  <c:v>6.1387522897453604</c:v>
                </c:pt>
                <c:pt idx="1002">
                  <c:v>2.5937406956490801</c:v>
                </c:pt>
                <c:pt idx="1003">
                  <c:v>14.9026031327148</c:v>
                </c:pt>
                <c:pt idx="1004">
                  <c:v>6.44329238130259</c:v>
                </c:pt>
                <c:pt idx="1005">
                  <c:v>3.7171814599082702</c:v>
                </c:pt>
                <c:pt idx="1006">
                  <c:v>2.32237938646551</c:v>
                </c:pt>
                <c:pt idx="1007">
                  <c:v>1.32716744574052</c:v>
                </c:pt>
                <c:pt idx="1008">
                  <c:v>14.565556367353601</c:v>
                </c:pt>
                <c:pt idx="1009">
                  <c:v>6.9588008752648403</c:v>
                </c:pt>
                <c:pt idx="1010">
                  <c:v>4.7572072169229003</c:v>
                </c:pt>
                <c:pt idx="1011">
                  <c:v>2.98317729231526</c:v>
                </c:pt>
                <c:pt idx="1012">
                  <c:v>1.61319093793838</c:v>
                </c:pt>
                <c:pt idx="1013">
                  <c:v>356.865148667651</c:v>
                </c:pt>
                <c:pt idx="1014">
                  <c:v>75.544105387306999</c:v>
                </c:pt>
                <c:pt idx="1015">
                  <c:v>13.0376889508614</c:v>
                </c:pt>
                <c:pt idx="1016">
                  <c:v>149.257813050886</c:v>
                </c:pt>
                <c:pt idx="1017">
                  <c:v>18.129368461433099</c:v>
                </c:pt>
                <c:pt idx="1018">
                  <c:v>22.420116584824001</c:v>
                </c:pt>
                <c:pt idx="1019">
                  <c:v>10.1074712075402</c:v>
                </c:pt>
                <c:pt idx="1020">
                  <c:v>6.4323730059736803</c:v>
                </c:pt>
                <c:pt idx="1021">
                  <c:v>4.0547170211893997</c:v>
                </c:pt>
                <c:pt idx="1022">
                  <c:v>2.0961347751366599</c:v>
                </c:pt>
                <c:pt idx="1023">
                  <c:v>2.0564750109393799</c:v>
                </c:pt>
                <c:pt idx="1024">
                  <c:v>1.5174016683447</c:v>
                </c:pt>
                <c:pt idx="1025">
                  <c:v>1.2060313817338999</c:v>
                </c:pt>
                <c:pt idx="1026">
                  <c:v>0.88525440256107202</c:v>
                </c:pt>
                <c:pt idx="1027">
                  <c:v>0.55887657233362098</c:v>
                </c:pt>
                <c:pt idx="1028">
                  <c:v>2.28953033660162</c:v>
                </c:pt>
                <c:pt idx="1029">
                  <c:v>1.70685642203409</c:v>
                </c:pt>
                <c:pt idx="1030">
                  <c:v>1.3399761372032</c:v>
                </c:pt>
                <c:pt idx="1031">
                  <c:v>0.99832201147022903</c:v>
                </c:pt>
                <c:pt idx="1032">
                  <c:v>0.61991002483283597</c:v>
                </c:pt>
                <c:pt idx="1033">
                  <c:v>5.7925121584286998</c:v>
                </c:pt>
                <c:pt idx="1034">
                  <c:v>3.6872550102536801</c:v>
                </c:pt>
                <c:pt idx="1035">
                  <c:v>2.2558840119723298</c:v>
                </c:pt>
                <c:pt idx="1036">
                  <c:v>1.52518141007957</c:v>
                </c:pt>
                <c:pt idx="1037">
                  <c:v>0.84205009885451898</c:v>
                </c:pt>
                <c:pt idx="1038">
                  <c:v>1.84255714812979</c:v>
                </c:pt>
                <c:pt idx="1039">
                  <c:v>1.29116503234022</c:v>
                </c:pt>
                <c:pt idx="1040">
                  <c:v>0.77028583929930206</c:v>
                </c:pt>
                <c:pt idx="1041">
                  <c:v>4.5440264023433201</c:v>
                </c:pt>
                <c:pt idx="1042">
                  <c:v>2.9079187589347799</c:v>
                </c:pt>
                <c:pt idx="1043">
                  <c:v>2.14507889024111</c:v>
                </c:pt>
                <c:pt idx="1044">
                  <c:v>1.48296912062386</c:v>
                </c:pt>
                <c:pt idx="1045">
                  <c:v>0.94935441957061295</c:v>
                </c:pt>
                <c:pt idx="1046">
                  <c:v>4.5440264023433201</c:v>
                </c:pt>
                <c:pt idx="1047">
                  <c:v>2.9079187589347799</c:v>
                </c:pt>
                <c:pt idx="1048">
                  <c:v>2.14507889024111</c:v>
                </c:pt>
                <c:pt idx="1049">
                  <c:v>1.48296912062386</c:v>
                </c:pt>
                <c:pt idx="1050">
                  <c:v>0.94935441957061295</c:v>
                </c:pt>
                <c:pt idx="1051">
                  <c:v>8.2533436863586793</c:v>
                </c:pt>
                <c:pt idx="1052">
                  <c:v>4.5941600328486896</c:v>
                </c:pt>
                <c:pt idx="1053">
                  <c:v>3.2071569790030501</c:v>
                </c:pt>
                <c:pt idx="1054">
                  <c:v>2.1203157119828</c:v>
                </c:pt>
                <c:pt idx="1055">
                  <c:v>1.17809702597091</c:v>
                </c:pt>
                <c:pt idx="1056">
                  <c:v>11.452111040070999</c:v>
                </c:pt>
                <c:pt idx="1057">
                  <c:v>6.1630680899425698</c:v>
                </c:pt>
                <c:pt idx="1058">
                  <c:v>4.0442805998509703</c:v>
                </c:pt>
                <c:pt idx="1059">
                  <c:v>2.6738347303801402</c:v>
                </c:pt>
                <c:pt idx="1060">
                  <c:v>1.48448914026413</c:v>
                </c:pt>
                <c:pt idx="1061">
                  <c:v>7.3362503388877602</c:v>
                </c:pt>
                <c:pt idx="1062">
                  <c:v>4.3089790002742596</c:v>
                </c:pt>
                <c:pt idx="1063">
                  <c:v>3.0894760853599701</c:v>
                </c:pt>
                <c:pt idx="1064">
                  <c:v>2.1293940470928598</c:v>
                </c:pt>
                <c:pt idx="1065">
                  <c:v>1.2385606621421701</c:v>
                </c:pt>
                <c:pt idx="1066">
                  <c:v>47.193078671070801</c:v>
                </c:pt>
                <c:pt idx="1067">
                  <c:v>9.0797535569077095</c:v>
                </c:pt>
                <c:pt idx="1068">
                  <c:v>70.6697414492007</c:v>
                </c:pt>
                <c:pt idx="1069">
                  <c:v>27.302175939027201</c:v>
                </c:pt>
                <c:pt idx="1070">
                  <c:v>11.856355136302801</c:v>
                </c:pt>
                <c:pt idx="1071">
                  <c:v>4.1526806016006796</c:v>
                </c:pt>
                <c:pt idx="1072">
                  <c:v>3.4208290473842</c:v>
                </c:pt>
                <c:pt idx="1073">
                  <c:v>50.383280413828501</c:v>
                </c:pt>
                <c:pt idx="1074">
                  <c:v>19.433422573249199</c:v>
                </c:pt>
                <c:pt idx="1075">
                  <c:v>10.60440249855</c:v>
                </c:pt>
                <c:pt idx="1076">
                  <c:v>5.3786096696833496</c:v>
                </c:pt>
                <c:pt idx="1077">
                  <c:v>2.2711890644311601</c:v>
                </c:pt>
                <c:pt idx="1078">
                  <c:v>66.926302253080493</c:v>
                </c:pt>
                <c:pt idx="1079">
                  <c:v>24.342157312999198</c:v>
                </c:pt>
                <c:pt idx="1080">
                  <c:v>13.6931147870767</c:v>
                </c:pt>
                <c:pt idx="1081">
                  <c:v>6.6917231771569003</c:v>
                </c:pt>
                <c:pt idx="1082">
                  <c:v>2.7215975383172002</c:v>
                </c:pt>
                <c:pt idx="1083">
                  <c:v>4.4478661116258698</c:v>
                </c:pt>
                <c:pt idx="1084">
                  <c:v>2.8169253489427901</c:v>
                </c:pt>
                <c:pt idx="1085">
                  <c:v>1.87979065867049</c:v>
                </c:pt>
                <c:pt idx="1086">
                  <c:v>1.3898711241142301</c:v>
                </c:pt>
                <c:pt idx="1087">
                  <c:v>0.88731205340323405</c:v>
                </c:pt>
                <c:pt idx="1088">
                  <c:v>2.2476865262844998</c:v>
                </c:pt>
                <c:pt idx="1089">
                  <c:v>1.6053326863938699</c:v>
                </c:pt>
                <c:pt idx="1090">
                  <c:v>1.3398882040951701</c:v>
                </c:pt>
                <c:pt idx="1091">
                  <c:v>0.92459507904430704</c:v>
                </c:pt>
                <c:pt idx="1092">
                  <c:v>0.55536639088746997</c:v>
                </c:pt>
                <c:pt idx="1093">
                  <c:v>7.3086925321962699</c:v>
                </c:pt>
                <c:pt idx="1094">
                  <c:v>4.2541187313087301</c:v>
                </c:pt>
                <c:pt idx="1095">
                  <c:v>2.9196744490123199</c:v>
                </c:pt>
                <c:pt idx="1096">
                  <c:v>2.0568826876404902</c:v>
                </c:pt>
                <c:pt idx="1097">
                  <c:v>1.18086883898688</c:v>
                </c:pt>
                <c:pt idx="1098">
                  <c:v>5.7011501750571902</c:v>
                </c:pt>
                <c:pt idx="1099">
                  <c:v>3.87883200002782</c:v>
                </c:pt>
                <c:pt idx="1100">
                  <c:v>2.4410509139049399</c:v>
                </c:pt>
                <c:pt idx="1101">
                  <c:v>1.33810995730825</c:v>
                </c:pt>
                <c:pt idx="1102">
                  <c:v>9.1962990206701996</c:v>
                </c:pt>
                <c:pt idx="1103">
                  <c:v>5.2570577265493696</c:v>
                </c:pt>
                <c:pt idx="1104">
                  <c:v>2.74406346489131</c:v>
                </c:pt>
                <c:pt idx="1105">
                  <c:v>62.010451769397299</c:v>
                </c:pt>
                <c:pt idx="1106">
                  <c:v>11.8902924250454</c:v>
                </c:pt>
                <c:pt idx="1107">
                  <c:v>334.06808062394498</c:v>
                </c:pt>
                <c:pt idx="1108">
                  <c:v>57.051647841694702</c:v>
                </c:pt>
                <c:pt idx="1109">
                  <c:v>10.5314417780593</c:v>
                </c:pt>
                <c:pt idx="1110">
                  <c:v>10.7461842108399</c:v>
                </c:pt>
                <c:pt idx="1111">
                  <c:v>6.5098508315484302</c:v>
                </c:pt>
                <c:pt idx="1112">
                  <c:v>3.76663385485779</c:v>
                </c:pt>
                <c:pt idx="1113">
                  <c:v>2.02979014659065</c:v>
                </c:pt>
                <c:pt idx="1114">
                  <c:v>3.9483087711735201</c:v>
                </c:pt>
                <c:pt idx="1115">
                  <c:v>2.5017401918548301</c:v>
                </c:pt>
                <c:pt idx="1116">
                  <c:v>1.8153711698322299</c:v>
                </c:pt>
                <c:pt idx="1117">
                  <c:v>1.3537927517135899</c:v>
                </c:pt>
                <c:pt idx="1118">
                  <c:v>0.82956707163808896</c:v>
                </c:pt>
                <c:pt idx="1119">
                  <c:v>3.5428074757311001</c:v>
                </c:pt>
                <c:pt idx="1120">
                  <c:v>2.5364882133806299</c:v>
                </c:pt>
                <c:pt idx="1121">
                  <c:v>1.89925211828714</c:v>
                </c:pt>
                <c:pt idx="1122">
                  <c:v>1.13127898856286</c:v>
                </c:pt>
                <c:pt idx="1123">
                  <c:v>23.666531754927401</c:v>
                </c:pt>
                <c:pt idx="1124">
                  <c:v>11.3792624465881</c:v>
                </c:pt>
                <c:pt idx="1125">
                  <c:v>6.5308099266356496</c:v>
                </c:pt>
                <c:pt idx="1126">
                  <c:v>3.77292243670564</c:v>
                </c:pt>
                <c:pt idx="1127">
                  <c:v>1.9408737406750201</c:v>
                </c:pt>
                <c:pt idx="1128">
                  <c:v>10.4493330035511</c:v>
                </c:pt>
                <c:pt idx="1129">
                  <c:v>5.4205272959113397</c:v>
                </c:pt>
                <c:pt idx="1130">
                  <c:v>3.03481703962566</c:v>
                </c:pt>
                <c:pt idx="1131">
                  <c:v>2.2774079649936199</c:v>
                </c:pt>
                <c:pt idx="1132">
                  <c:v>1.2924044410570501</c:v>
                </c:pt>
                <c:pt idx="1133">
                  <c:v>42.056628451084102</c:v>
                </c:pt>
                <c:pt idx="1134">
                  <c:v>17.102604113817399</c:v>
                </c:pt>
                <c:pt idx="1135">
                  <c:v>9.4465660995562803</c:v>
                </c:pt>
                <c:pt idx="1136">
                  <c:v>5.2289552412388298</c:v>
                </c:pt>
                <c:pt idx="1137">
                  <c:v>2.5430547013308198</c:v>
                </c:pt>
                <c:pt idx="1138">
                  <c:v>51.613699333726501</c:v>
                </c:pt>
                <c:pt idx="1139">
                  <c:v>21.019625101905302</c:v>
                </c:pt>
                <c:pt idx="1140">
                  <c:v>10.994955489539899</c:v>
                </c:pt>
                <c:pt idx="1141">
                  <c:v>5.8361259479686503</c:v>
                </c:pt>
                <c:pt idx="1142">
                  <c:v>2.7765665792002601</c:v>
                </c:pt>
                <c:pt idx="1143">
                  <c:v>25.0879782478086</c:v>
                </c:pt>
                <c:pt idx="1144">
                  <c:v>11.881299419232199</c:v>
                </c:pt>
                <c:pt idx="1145">
                  <c:v>6.8053283265189402</c:v>
                </c:pt>
                <c:pt idx="1146">
                  <c:v>4.1744563928910399</c:v>
                </c:pt>
                <c:pt idx="1147">
                  <c:v>2.1167123004055601</c:v>
                </c:pt>
                <c:pt idx="1148">
                  <c:v>39.091267142082501</c:v>
                </c:pt>
                <c:pt idx="1149">
                  <c:v>15.5908344891519</c:v>
                </c:pt>
                <c:pt idx="1150">
                  <c:v>8.6787790767177402</c:v>
                </c:pt>
                <c:pt idx="1151">
                  <c:v>4.7266947451593904</c:v>
                </c:pt>
                <c:pt idx="1152">
                  <c:v>2.2636100161128501</c:v>
                </c:pt>
                <c:pt idx="1153">
                  <c:v>29.4311808623176</c:v>
                </c:pt>
                <c:pt idx="1154">
                  <c:v>13.7838963548281</c:v>
                </c:pt>
                <c:pt idx="1155">
                  <c:v>7.5191642036761603</c:v>
                </c:pt>
                <c:pt idx="1156">
                  <c:v>4.2274206658283298</c:v>
                </c:pt>
                <c:pt idx="1157">
                  <c:v>2.0759710994521301</c:v>
                </c:pt>
                <c:pt idx="1158">
                  <c:v>36.344920671165902</c:v>
                </c:pt>
                <c:pt idx="1159">
                  <c:v>16.037905405823</c:v>
                </c:pt>
                <c:pt idx="1160">
                  <c:v>8.6907687527713797</c:v>
                </c:pt>
                <c:pt idx="1161">
                  <c:v>4.8955807128859004</c:v>
                </c:pt>
                <c:pt idx="1162">
                  <c:v>2.3478031677914402</c:v>
                </c:pt>
                <c:pt idx="1163">
                  <c:v>61.498219223068602</c:v>
                </c:pt>
                <c:pt idx="1164">
                  <c:v>20.116191239208401</c:v>
                </c:pt>
                <c:pt idx="1165">
                  <c:v>9.7296288232001906</c:v>
                </c:pt>
                <c:pt idx="1166">
                  <c:v>4.9773802680662103</c:v>
                </c:pt>
                <c:pt idx="1167">
                  <c:v>2.1120451852636202</c:v>
                </c:pt>
                <c:pt idx="1168">
                  <c:v>68.038267583237101</c:v>
                </c:pt>
                <c:pt idx="1169">
                  <c:v>21.656092654340799</c:v>
                </c:pt>
                <c:pt idx="1170">
                  <c:v>9.7351327682535498</c:v>
                </c:pt>
                <c:pt idx="1171">
                  <c:v>5.1095295609848996</c:v>
                </c:pt>
                <c:pt idx="1172">
                  <c:v>2.5179983345382899</c:v>
                </c:pt>
                <c:pt idx="1173">
                  <c:v>65.126161275042904</c:v>
                </c:pt>
                <c:pt idx="1174">
                  <c:v>22.115291070825698</c:v>
                </c:pt>
                <c:pt idx="1175">
                  <c:v>9.8578453383911508</c:v>
                </c:pt>
                <c:pt idx="1176">
                  <c:v>5.1708414827210403</c:v>
                </c:pt>
                <c:pt idx="1177">
                  <c:v>2.44376490425946</c:v>
                </c:pt>
                <c:pt idx="1178">
                  <c:v>33.7946441406852</c:v>
                </c:pt>
                <c:pt idx="1179">
                  <c:v>13.5331671863458</c:v>
                </c:pt>
                <c:pt idx="1180">
                  <c:v>7.5003975573315902</c:v>
                </c:pt>
                <c:pt idx="1181">
                  <c:v>4.2350938169385897</c:v>
                </c:pt>
                <c:pt idx="1182">
                  <c:v>2.17893811658326</c:v>
                </c:pt>
                <c:pt idx="1183">
                  <c:v>43.782887416304803</c:v>
                </c:pt>
                <c:pt idx="1184">
                  <c:v>17.994858078217</c:v>
                </c:pt>
                <c:pt idx="1185">
                  <c:v>9.1545638146959192</c:v>
                </c:pt>
                <c:pt idx="1186">
                  <c:v>4.7398969598905296</c:v>
                </c:pt>
                <c:pt idx="1187">
                  <c:v>2.2549022226831599</c:v>
                </c:pt>
                <c:pt idx="1188">
                  <c:v>53.561073556387697</c:v>
                </c:pt>
                <c:pt idx="1189">
                  <c:v>20.956582746348001</c:v>
                </c:pt>
                <c:pt idx="1190">
                  <c:v>9.8945221580909397</c:v>
                </c:pt>
                <c:pt idx="1191">
                  <c:v>5.0702688524501998</c:v>
                </c:pt>
                <c:pt idx="1192">
                  <c:v>2.1397146623482199</c:v>
                </c:pt>
                <c:pt idx="1193">
                  <c:v>65.126161275042904</c:v>
                </c:pt>
                <c:pt idx="1194">
                  <c:v>22.115291070825698</c:v>
                </c:pt>
                <c:pt idx="1195">
                  <c:v>9.8578453383911508</c:v>
                </c:pt>
                <c:pt idx="1196">
                  <c:v>5.1708414827210403</c:v>
                </c:pt>
                <c:pt idx="1197">
                  <c:v>2.44376490425946</c:v>
                </c:pt>
                <c:pt idx="1198">
                  <c:v>11.8985559162084</c:v>
                </c:pt>
                <c:pt idx="1199">
                  <c:v>4.4013528817890499</c:v>
                </c:pt>
                <c:pt idx="1200">
                  <c:v>2.5562033702948801</c:v>
                </c:pt>
                <c:pt idx="1201">
                  <c:v>1.87310840794134</c:v>
                </c:pt>
                <c:pt idx="1202">
                  <c:v>1.11365018868684</c:v>
                </c:pt>
                <c:pt idx="1203">
                  <c:v>12.039776571160001</c:v>
                </c:pt>
                <c:pt idx="1204">
                  <c:v>5.8324335501145601</c:v>
                </c:pt>
                <c:pt idx="1205">
                  <c:v>4.0800750655328102</c:v>
                </c:pt>
                <c:pt idx="1206">
                  <c:v>2.8002115484196399</c:v>
                </c:pt>
                <c:pt idx="1207">
                  <c:v>1.55450136372757</c:v>
                </c:pt>
                <c:pt idx="1208">
                  <c:v>5.0859711612254204</c:v>
                </c:pt>
                <c:pt idx="1209">
                  <c:v>2.77088848505579</c:v>
                </c:pt>
                <c:pt idx="1210">
                  <c:v>2.0843335048473799</c:v>
                </c:pt>
                <c:pt idx="1211">
                  <c:v>5.2270201112111598</c:v>
                </c:pt>
                <c:pt idx="1212">
                  <c:v>3.2144836178539702</c:v>
                </c:pt>
                <c:pt idx="1213">
                  <c:v>1.8023637955388001</c:v>
                </c:pt>
                <c:pt idx="1214">
                  <c:v>74.423157752179307</c:v>
                </c:pt>
                <c:pt idx="1215">
                  <c:v>23.8846077479574</c:v>
                </c:pt>
                <c:pt idx="1216">
                  <c:v>11.969088347945901</c:v>
                </c:pt>
                <c:pt idx="1217">
                  <c:v>5.9138090706431603</c:v>
                </c:pt>
                <c:pt idx="1218">
                  <c:v>2.4399159335540901</c:v>
                </c:pt>
                <c:pt idx="1219">
                  <c:v>50.231578536512401</c:v>
                </c:pt>
                <c:pt idx="1220">
                  <c:v>18.563798569778299</c:v>
                </c:pt>
                <c:pt idx="1221">
                  <c:v>9.8792643647680496</c:v>
                </c:pt>
                <c:pt idx="1222">
                  <c:v>5.21545363967551</c:v>
                </c:pt>
                <c:pt idx="1223">
                  <c:v>2.6220826804792901</c:v>
                </c:pt>
                <c:pt idx="1224">
                  <c:v>90.688001406297403</c:v>
                </c:pt>
                <c:pt idx="1225">
                  <c:v>30.968909829539498</c:v>
                </c:pt>
                <c:pt idx="1226">
                  <c:v>12.718033902517901</c:v>
                </c:pt>
                <c:pt idx="1227">
                  <c:v>6.4856583061410902</c:v>
                </c:pt>
                <c:pt idx="1228">
                  <c:v>2.9411875162213201</c:v>
                </c:pt>
                <c:pt idx="1229">
                  <c:v>85.007597500531304</c:v>
                </c:pt>
                <c:pt idx="1230">
                  <c:v>25.752554230152001</c:v>
                </c:pt>
                <c:pt idx="1231">
                  <c:v>12.815141189574801</c:v>
                </c:pt>
                <c:pt idx="1232">
                  <c:v>6.1475906167699703</c:v>
                </c:pt>
                <c:pt idx="1233">
                  <c:v>2.48823330469788</c:v>
                </c:pt>
                <c:pt idx="1234">
                  <c:v>84.342046133181995</c:v>
                </c:pt>
                <c:pt idx="1235">
                  <c:v>28.6535742708684</c:v>
                </c:pt>
                <c:pt idx="1236">
                  <c:v>14.087967330081</c:v>
                </c:pt>
                <c:pt idx="1237">
                  <c:v>6.9501523964447003</c:v>
                </c:pt>
                <c:pt idx="1238">
                  <c:v>2.9047859960784099</c:v>
                </c:pt>
                <c:pt idx="1239">
                  <c:v>102.46239457182</c:v>
                </c:pt>
                <c:pt idx="1240">
                  <c:v>32.736966030532798</c:v>
                </c:pt>
                <c:pt idx="1241">
                  <c:v>13.3163288907291</c:v>
                </c:pt>
                <c:pt idx="1242">
                  <c:v>6.8318028734456702</c:v>
                </c:pt>
                <c:pt idx="1243">
                  <c:v>3.2220159725383799</c:v>
                </c:pt>
                <c:pt idx="1244">
                  <c:v>4.8196134960344699</c:v>
                </c:pt>
                <c:pt idx="1245">
                  <c:v>14.718034441876499</c:v>
                </c:pt>
                <c:pt idx="1246">
                  <c:v>5.0091964484531104</c:v>
                </c:pt>
                <c:pt idx="1247">
                  <c:v>81.684514868133107</c:v>
                </c:pt>
                <c:pt idx="1248">
                  <c:v>26.2268348293454</c:v>
                </c:pt>
                <c:pt idx="1249">
                  <c:v>13.7134956803907</c:v>
                </c:pt>
                <c:pt idx="1250">
                  <c:v>6.6937955545668402</c:v>
                </c:pt>
                <c:pt idx="1251">
                  <c:v>2.7962802696014899</c:v>
                </c:pt>
                <c:pt idx="1252">
                  <c:v>4.6610463204511499</c:v>
                </c:pt>
                <c:pt idx="1253">
                  <c:v>2.5238405190122202</c:v>
                </c:pt>
                <c:pt idx="1254">
                  <c:v>3.5317396594085402</c:v>
                </c:pt>
                <c:pt idx="1255">
                  <c:v>2.5741699179318198</c:v>
                </c:pt>
                <c:pt idx="1256">
                  <c:v>1.78459282945721</c:v>
                </c:pt>
                <c:pt idx="1257">
                  <c:v>1.40827242411493</c:v>
                </c:pt>
                <c:pt idx="1258">
                  <c:v>0.90127890653951603</c:v>
                </c:pt>
                <c:pt idx="1259">
                  <c:v>5.1060839332560199</c:v>
                </c:pt>
                <c:pt idx="1260">
                  <c:v>3.4096011876307299</c:v>
                </c:pt>
                <c:pt idx="1261">
                  <c:v>2.3591777163764398</c:v>
                </c:pt>
                <c:pt idx="1262">
                  <c:v>1.78558149648488</c:v>
                </c:pt>
                <c:pt idx="1263">
                  <c:v>1.1128622067393501</c:v>
                </c:pt>
                <c:pt idx="1264">
                  <c:v>8.2526156008290705</c:v>
                </c:pt>
                <c:pt idx="1265">
                  <c:v>5.26816748725608</c:v>
                </c:pt>
                <c:pt idx="1266">
                  <c:v>3.2463094554899801</c:v>
                </c:pt>
                <c:pt idx="1267">
                  <c:v>2.3884193085488898</c:v>
                </c:pt>
                <c:pt idx="1268">
                  <c:v>1.4623730243664901</c:v>
                </c:pt>
                <c:pt idx="1269">
                  <c:v>16.867999587267001</c:v>
                </c:pt>
                <c:pt idx="1270">
                  <c:v>8.0401154663226695</c:v>
                </c:pt>
                <c:pt idx="1271">
                  <c:v>5.0209986500347297</c:v>
                </c:pt>
                <c:pt idx="1272">
                  <c:v>1.8751473647204999</c:v>
                </c:pt>
                <c:pt idx="1273">
                  <c:v>15.9543591092132</c:v>
                </c:pt>
                <c:pt idx="1274">
                  <c:v>7.7318756227110397</c:v>
                </c:pt>
                <c:pt idx="1275">
                  <c:v>5.3034622305095702</c:v>
                </c:pt>
                <c:pt idx="1276">
                  <c:v>3.1901714422494001</c:v>
                </c:pt>
                <c:pt idx="1277">
                  <c:v>1.57597077486891</c:v>
                </c:pt>
                <c:pt idx="1278">
                  <c:v>14.2134814149424</c:v>
                </c:pt>
                <c:pt idx="1279">
                  <c:v>6.4443972656021504</c:v>
                </c:pt>
                <c:pt idx="1280">
                  <c:v>2.7265359418670001</c:v>
                </c:pt>
                <c:pt idx="1281">
                  <c:v>30.147975640477899</c:v>
                </c:pt>
                <c:pt idx="1282">
                  <c:v>14.4602179169637</c:v>
                </c:pt>
                <c:pt idx="1283">
                  <c:v>6.8215923044328202</c:v>
                </c:pt>
                <c:pt idx="1284">
                  <c:v>3.0206046284602901</c:v>
                </c:pt>
                <c:pt idx="1285">
                  <c:v>22.457703982144</c:v>
                </c:pt>
                <c:pt idx="1286">
                  <c:v>11.055305443640099</c:v>
                </c:pt>
                <c:pt idx="1287">
                  <c:v>5.93911521721708</c:v>
                </c:pt>
                <c:pt idx="1288">
                  <c:v>2.486064696598</c:v>
                </c:pt>
                <c:pt idx="1289">
                  <c:v>3.9806679138996399</c:v>
                </c:pt>
                <c:pt idx="1290">
                  <c:v>16.682725558036299</c:v>
                </c:pt>
                <c:pt idx="1291">
                  <c:v>4.5932556968121601</c:v>
                </c:pt>
                <c:pt idx="1292">
                  <c:v>19.933485235010799</c:v>
                </c:pt>
                <c:pt idx="1293">
                  <c:v>5.2248965848543003</c:v>
                </c:pt>
                <c:pt idx="1294">
                  <c:v>183.85753382070101</c:v>
                </c:pt>
                <c:pt idx="1295">
                  <c:v>53.9671359530534</c:v>
                </c:pt>
                <c:pt idx="1296">
                  <c:v>16.312154341433601</c:v>
                </c:pt>
                <c:pt idx="1297">
                  <c:v>4.6021131666260402</c:v>
                </c:pt>
                <c:pt idx="1298">
                  <c:v>1.82898463793046</c:v>
                </c:pt>
                <c:pt idx="1299">
                  <c:v>104.971097987112</c:v>
                </c:pt>
                <c:pt idx="1300">
                  <c:v>35.7472123067935</c:v>
                </c:pt>
                <c:pt idx="1301">
                  <c:v>16.585948028348099</c:v>
                </c:pt>
                <c:pt idx="1302">
                  <c:v>7.0699726307067401</c:v>
                </c:pt>
                <c:pt idx="1303">
                  <c:v>2.6328113251604401</c:v>
                </c:pt>
                <c:pt idx="1304">
                  <c:v>30.147975640477899</c:v>
                </c:pt>
                <c:pt idx="1305">
                  <c:v>14.4602179169637</c:v>
                </c:pt>
                <c:pt idx="1306">
                  <c:v>6.8215923044328202</c:v>
                </c:pt>
                <c:pt idx="1307">
                  <c:v>3.0206046284602901</c:v>
                </c:pt>
                <c:pt idx="1308">
                  <c:v>58.495320912993002</c:v>
                </c:pt>
                <c:pt idx="1309">
                  <c:v>22.457703982144</c:v>
                </c:pt>
                <c:pt idx="1310">
                  <c:v>11.055305443640099</c:v>
                </c:pt>
                <c:pt idx="1311">
                  <c:v>5.93911521721708</c:v>
                </c:pt>
                <c:pt idx="1312">
                  <c:v>2.486064696598</c:v>
                </c:pt>
                <c:pt idx="1313">
                  <c:v>17.156114693611499</c:v>
                </c:pt>
                <c:pt idx="1314">
                  <c:v>7.6357162987063596</c:v>
                </c:pt>
                <c:pt idx="1315">
                  <c:v>4.6245453993052701</c:v>
                </c:pt>
                <c:pt idx="1316">
                  <c:v>2.8022843410671001</c:v>
                </c:pt>
                <c:pt idx="1317">
                  <c:v>1.4444370981105801</c:v>
                </c:pt>
                <c:pt idx="1318">
                  <c:v>24.079804946716699</c:v>
                </c:pt>
                <c:pt idx="1319">
                  <c:v>9.9348682277726201</c:v>
                </c:pt>
                <c:pt idx="1320">
                  <c:v>5.6502548941934299</c:v>
                </c:pt>
                <c:pt idx="1321">
                  <c:v>3.3893004118705101</c:v>
                </c:pt>
                <c:pt idx="1322">
                  <c:v>1.71211124689021</c:v>
                </c:pt>
                <c:pt idx="1323">
                  <c:v>59.545758104712597</c:v>
                </c:pt>
                <c:pt idx="1324">
                  <c:v>19.7019747207755</c:v>
                </c:pt>
                <c:pt idx="1325">
                  <c:v>10.497112102981699</c:v>
                </c:pt>
                <c:pt idx="1326">
                  <c:v>5.2735601220139801</c:v>
                </c:pt>
                <c:pt idx="1327">
                  <c:v>2.22393505698785</c:v>
                </c:pt>
                <c:pt idx="1328">
                  <c:v>65.226038055984304</c:v>
                </c:pt>
                <c:pt idx="1329">
                  <c:v>11.8264584337401</c:v>
                </c:pt>
                <c:pt idx="1330">
                  <c:v>6.7537929041622098</c:v>
                </c:pt>
                <c:pt idx="1331">
                  <c:v>3.9727139017354198</c:v>
                </c:pt>
                <c:pt idx="1332">
                  <c:v>1.8502985193105299</c:v>
                </c:pt>
                <c:pt idx="1333">
                  <c:v>17.744592077819501</c:v>
                </c:pt>
                <c:pt idx="1334">
                  <c:v>7.7998915958425199</c:v>
                </c:pt>
                <c:pt idx="1335">
                  <c:v>5.7873839451352103</c:v>
                </c:pt>
                <c:pt idx="1336">
                  <c:v>3.1166061550571702</c:v>
                </c:pt>
                <c:pt idx="1337">
                  <c:v>1.5818803100504299</c:v>
                </c:pt>
                <c:pt idx="1338">
                  <c:v>78.439654726693703</c:v>
                </c:pt>
                <c:pt idx="1339">
                  <c:v>38.248252405488302</c:v>
                </c:pt>
                <c:pt idx="1340">
                  <c:v>14.6517723249385</c:v>
                </c:pt>
                <c:pt idx="1341">
                  <c:v>5.7000247667927999</c:v>
                </c:pt>
                <c:pt idx="1342">
                  <c:v>134.70313956347101</c:v>
                </c:pt>
                <c:pt idx="1343">
                  <c:v>7.7766276137993096</c:v>
                </c:pt>
                <c:pt idx="1344">
                  <c:v>4.2235997234710601</c:v>
                </c:pt>
                <c:pt idx="1345">
                  <c:v>2.4255857095634301</c:v>
                </c:pt>
                <c:pt idx="1346">
                  <c:v>1.2346380698610699</c:v>
                </c:pt>
                <c:pt idx="1347">
                  <c:v>21.9705587473312</c:v>
                </c:pt>
                <c:pt idx="1348">
                  <c:v>10.423747780091899</c:v>
                </c:pt>
                <c:pt idx="1349">
                  <c:v>5.8065338995767704</c:v>
                </c:pt>
                <c:pt idx="1350">
                  <c:v>2.93182701235789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6AB-4878-B6BE-BA62A44D4F7C}"/>
            </c:ext>
          </c:extLst>
        </c:ser>
        <c:ser>
          <c:idx val="1"/>
          <c:order val="1"/>
          <c:tx>
            <c:v>Ideal Fit</c:v>
          </c:tx>
          <c:spPr>
            <a:ln w="25400" cap="rnd">
              <a:solidFill>
                <a:srgbClr val="84BD00"/>
              </a:solidFill>
              <a:round/>
            </a:ln>
            <a:effectLst/>
          </c:spPr>
          <c:marker>
            <c:symbol val="none"/>
          </c:marker>
          <c:xVal>
            <c:numRef>
              <c:f>'[Copy of top model results.xlsx]Sheet1'!$J$3:$J$4</c:f>
              <c:numCache>
                <c:formatCode>General</c:formatCode>
                <c:ptCount val="2"/>
                <c:pt idx="0">
                  <c:v>0</c:v>
                </c:pt>
                <c:pt idx="1">
                  <c:v>500</c:v>
                </c:pt>
              </c:numCache>
            </c:numRef>
          </c:xVal>
          <c:yVal>
            <c:numRef>
              <c:f>'[Copy of top model results.xlsx]Sheet1'!$K$3:$K$4</c:f>
              <c:numCache>
                <c:formatCode>General</c:formatCode>
                <c:ptCount val="2"/>
                <c:pt idx="0">
                  <c:v>0</c:v>
                </c:pt>
                <c:pt idx="1">
                  <c:v>500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6AB-4878-B6BE-BA62A44D4F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36718096"/>
        <c:axId val="858074447"/>
      </c:scatterChart>
      <c:valAx>
        <c:axId val="1836718096"/>
        <c:scaling>
          <c:orientation val="minMax"/>
          <c:max val="500"/>
          <c:min val="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Actual</a:t>
                </a:r>
                <a:r>
                  <a:rPr lang="en-US" baseline="0"/>
                  <a:t> KV (cSt)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858074447"/>
        <c:crosses val="autoZero"/>
        <c:crossBetween val="midCat"/>
      </c:valAx>
      <c:valAx>
        <c:axId val="858074447"/>
        <c:scaling>
          <c:orientation val="minMax"/>
          <c:max val="50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Predicted KV (cSt)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836718096"/>
        <c:crosses val="autoZero"/>
        <c:crossBetween val="midCat"/>
        <c:majorUnit val="100"/>
      </c:valAx>
      <c:spPr>
        <a:noFill/>
        <a:ln>
          <a:solidFill>
            <a:schemeClr val="tx1"/>
          </a:solidFill>
        </a:ln>
        <a:effectLst/>
      </c:spPr>
    </c:plotArea>
    <c:legend>
      <c:legendPos val="r"/>
      <c:layout>
        <c:manualLayout>
          <c:xMode val="edge"/>
          <c:yMode val="edge"/>
          <c:x val="0.58553944875848352"/>
          <c:y val="0.66188161226366982"/>
          <c:w val="0.36144532042488992"/>
          <c:h val="0.14712699658179781"/>
        </c:manualLayout>
      </c:layout>
      <c:overlay val="0"/>
      <c:spPr>
        <a:noFill/>
        <a:ln w="15875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/>
              <a:t>VisCalcML Performance on PAO Molecules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044214702501068"/>
          <c:y val="0.13336935297672195"/>
          <c:w val="0.82501780393381363"/>
          <c:h val="0.68780861901025458"/>
        </c:manualLayout>
      </c:layout>
      <c:scatterChart>
        <c:scatterStyle val="lineMarker"/>
        <c:varyColors val="0"/>
        <c:ser>
          <c:idx val="0"/>
          <c:order val="0"/>
          <c:tx>
            <c:v>VisCalcML Predictions</c:v>
          </c:tx>
          <c:spPr>
            <a:ln w="25400" cap="rnd">
              <a:noFill/>
              <a:round/>
            </a:ln>
            <a:effectLst/>
          </c:spPr>
          <c:marker>
            <c:symbol val="square"/>
            <c:size val="6"/>
            <c:spPr>
              <a:solidFill>
                <a:srgbClr val="00A3E0"/>
              </a:solidFill>
              <a:ln w="28575">
                <a:solidFill>
                  <a:schemeClr val="tx1"/>
                </a:solidFill>
              </a:ln>
              <a:effectLst/>
            </c:spPr>
          </c:marker>
          <c:xVal>
            <c:numRef>
              <c:f>'[Combined top model results.xlsx]VisCalcML'!$D$3:$D$26</c:f>
              <c:numCache>
                <c:formatCode>General</c:formatCode>
                <c:ptCount val="24"/>
                <c:pt idx="0">
                  <c:v>8.1300000000000008</c:v>
                </c:pt>
                <c:pt idx="1">
                  <c:v>2.4</c:v>
                </c:pt>
                <c:pt idx="2">
                  <c:v>15.1</c:v>
                </c:pt>
                <c:pt idx="3">
                  <c:v>3.9</c:v>
                </c:pt>
                <c:pt idx="4">
                  <c:v>21.6</c:v>
                </c:pt>
                <c:pt idx="5">
                  <c:v>5</c:v>
                </c:pt>
                <c:pt idx="6">
                  <c:v>1.28</c:v>
                </c:pt>
                <c:pt idx="7">
                  <c:v>2.82</c:v>
                </c:pt>
                <c:pt idx="8">
                  <c:v>3.57</c:v>
                </c:pt>
                <c:pt idx="9">
                  <c:v>5.3</c:v>
                </c:pt>
                <c:pt idx="10">
                  <c:v>8.93</c:v>
                </c:pt>
                <c:pt idx="11">
                  <c:v>2.2799999999999998</c:v>
                </c:pt>
                <c:pt idx="12">
                  <c:v>7.56</c:v>
                </c:pt>
                <c:pt idx="13">
                  <c:v>2.2000000000000002</c:v>
                </c:pt>
                <c:pt idx="14">
                  <c:v>19.2</c:v>
                </c:pt>
                <c:pt idx="15">
                  <c:v>3.8</c:v>
                </c:pt>
                <c:pt idx="16">
                  <c:v>15.05</c:v>
                </c:pt>
                <c:pt idx="17">
                  <c:v>3.7</c:v>
                </c:pt>
                <c:pt idx="18">
                  <c:v>18.399999999999999</c:v>
                </c:pt>
                <c:pt idx="19">
                  <c:v>4</c:v>
                </c:pt>
                <c:pt idx="20">
                  <c:v>36.200000000000003</c:v>
                </c:pt>
                <c:pt idx="21">
                  <c:v>6.4</c:v>
                </c:pt>
                <c:pt idx="22">
                  <c:v>34.5</c:v>
                </c:pt>
                <c:pt idx="23">
                  <c:v>6.52</c:v>
                </c:pt>
              </c:numCache>
            </c:numRef>
          </c:xVal>
          <c:yVal>
            <c:numRef>
              <c:f>'[Combined top model results.xlsx]VisCalcML'!$C$3:$C$26</c:f>
              <c:numCache>
                <c:formatCode>General</c:formatCode>
                <c:ptCount val="24"/>
                <c:pt idx="0">
                  <c:v>7.9656812734309197</c:v>
                </c:pt>
                <c:pt idx="1">
                  <c:v>2.1579586597433398</c:v>
                </c:pt>
                <c:pt idx="2">
                  <c:v>14.889186975178401</c:v>
                </c:pt>
                <c:pt idx="3">
                  <c:v>3.4902869404186898</c:v>
                </c:pt>
                <c:pt idx="4">
                  <c:v>25.254923527693901</c:v>
                </c:pt>
                <c:pt idx="5">
                  <c:v>5.3117963327455904</c:v>
                </c:pt>
                <c:pt idx="6">
                  <c:v>1.63420804580764</c:v>
                </c:pt>
                <c:pt idx="7">
                  <c:v>2.9749429655703898</c:v>
                </c:pt>
                <c:pt idx="8">
                  <c:v>3.3500667028376401</c:v>
                </c:pt>
                <c:pt idx="9">
                  <c:v>6.1264868318158801</c:v>
                </c:pt>
                <c:pt idx="10">
                  <c:v>11.3321517198024</c:v>
                </c:pt>
                <c:pt idx="11">
                  <c:v>2.6700366623566398</c:v>
                </c:pt>
                <c:pt idx="12">
                  <c:v>7.9656812734309197</c:v>
                </c:pt>
                <c:pt idx="13">
                  <c:v>2.1579586597433398</c:v>
                </c:pt>
                <c:pt idx="14">
                  <c:v>18.536822574251001</c:v>
                </c:pt>
                <c:pt idx="15">
                  <c:v>4.1672154897180098</c:v>
                </c:pt>
                <c:pt idx="16">
                  <c:v>14.889186975178401</c:v>
                </c:pt>
                <c:pt idx="17">
                  <c:v>3.4902869404186898</c:v>
                </c:pt>
                <c:pt idx="18">
                  <c:v>19.1676743048438</c:v>
                </c:pt>
                <c:pt idx="19">
                  <c:v>4.0445140652017901</c:v>
                </c:pt>
                <c:pt idx="20">
                  <c:v>38.551768457448901</c:v>
                </c:pt>
                <c:pt idx="21">
                  <c:v>6.9637517162784901</c:v>
                </c:pt>
                <c:pt idx="22">
                  <c:v>33.1552860467961</c:v>
                </c:pt>
                <c:pt idx="23">
                  <c:v>6.2770402914589303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597-424E-B48E-D95269B8590D}"/>
            </c:ext>
          </c:extLst>
        </c:ser>
        <c:ser>
          <c:idx val="1"/>
          <c:order val="1"/>
          <c:tx>
            <c:v>Ideal Fit</c:v>
          </c:tx>
          <c:spPr>
            <a:ln w="25400" cap="rnd">
              <a:solidFill>
                <a:srgbClr val="84BD00"/>
              </a:solidFill>
              <a:round/>
            </a:ln>
            <a:effectLst/>
          </c:spPr>
          <c:marker>
            <c:symbol val="none"/>
          </c:marker>
          <c:xVal>
            <c:numRef>
              <c:f>'[Combined top model results.xlsx]VisCalcML'!$G$3:$G$4</c:f>
              <c:numCache>
                <c:formatCode>General</c:formatCode>
                <c:ptCount val="2"/>
                <c:pt idx="0">
                  <c:v>0</c:v>
                </c:pt>
                <c:pt idx="1">
                  <c:v>40</c:v>
                </c:pt>
              </c:numCache>
            </c:numRef>
          </c:xVal>
          <c:yVal>
            <c:numRef>
              <c:f>'[Combined top model results.xlsx]VisCalcML'!$H$3:$H$4</c:f>
              <c:numCache>
                <c:formatCode>General</c:formatCode>
                <c:ptCount val="2"/>
                <c:pt idx="0">
                  <c:v>0</c:v>
                </c:pt>
                <c:pt idx="1">
                  <c:v>40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597-424E-B48E-D95269B859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36718096"/>
        <c:axId val="858074447"/>
      </c:scatterChart>
      <c:valAx>
        <c:axId val="1836718096"/>
        <c:scaling>
          <c:orientation val="minMax"/>
          <c:max val="40"/>
          <c:min val="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Actual</a:t>
                </a:r>
                <a:r>
                  <a:rPr lang="en-US" baseline="0"/>
                  <a:t> KV (cSt)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858074447"/>
        <c:crosses val="autoZero"/>
        <c:crossBetween val="midCat"/>
      </c:valAx>
      <c:valAx>
        <c:axId val="858074447"/>
        <c:scaling>
          <c:orientation val="minMax"/>
          <c:max val="4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Predicted KV (cSt)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836718096"/>
        <c:crosses val="autoZero"/>
        <c:crossBetween val="midCat"/>
        <c:majorUnit val="10"/>
      </c:valAx>
      <c:spPr>
        <a:noFill/>
        <a:ln>
          <a:solidFill>
            <a:schemeClr val="tx1"/>
          </a:solidFill>
        </a:ln>
        <a:effectLst/>
      </c:spPr>
    </c:plotArea>
    <c:legend>
      <c:legendPos val="r"/>
      <c:layout>
        <c:manualLayout>
          <c:xMode val="edge"/>
          <c:yMode val="edge"/>
          <c:x val="0.51704237397199415"/>
          <c:y val="0.6618815218665729"/>
          <c:w val="0.43789454456386817"/>
          <c:h val="0.14712699658179781"/>
        </c:manualLayout>
      </c:layout>
      <c:overlay val="0"/>
      <c:spPr>
        <a:noFill/>
        <a:ln w="15875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/>
              <a:t>CosmoTherm Performance on PAO Molecules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044214702501068"/>
          <c:y val="0.13336935297672195"/>
          <c:w val="0.82501780393381363"/>
          <c:h val="0.68780861901025458"/>
        </c:manualLayout>
      </c:layout>
      <c:scatterChart>
        <c:scatterStyle val="lineMarker"/>
        <c:varyColors val="0"/>
        <c:ser>
          <c:idx val="0"/>
          <c:order val="0"/>
          <c:tx>
            <c:v>CosmoTherm Predictions</c:v>
          </c:tx>
          <c:spPr>
            <a:ln w="25400" cap="rnd">
              <a:noFill/>
              <a:round/>
            </a:ln>
            <a:effectLst/>
          </c:spPr>
          <c:marker>
            <c:symbol val="square"/>
            <c:size val="6"/>
            <c:spPr>
              <a:solidFill>
                <a:srgbClr val="00A3E0"/>
              </a:solidFill>
              <a:ln w="28575">
                <a:solidFill>
                  <a:schemeClr val="tx1"/>
                </a:solidFill>
              </a:ln>
              <a:effectLst/>
            </c:spPr>
          </c:marker>
          <c:xVal>
            <c:numRef>
              <c:f>'https://ascactivedirectory-my.sharepoint.com/personal/patrick_wright_aramcoamericas_com/Documents/Documents/VisCalcML/Data/test_set_comparison/CosmoTherm on Test Set/[CosmoTherm_test_preds.xlsx]CosmoTherm Results'!$D$2:$D$25</c:f>
              <c:numCache>
                <c:formatCode>General</c:formatCode>
                <c:ptCount val="24"/>
                <c:pt idx="0">
                  <c:v>8.1300000000000008</c:v>
                </c:pt>
                <c:pt idx="1">
                  <c:v>2.4</c:v>
                </c:pt>
                <c:pt idx="2">
                  <c:v>15.1</c:v>
                </c:pt>
                <c:pt idx="3">
                  <c:v>3.9</c:v>
                </c:pt>
                <c:pt idx="4">
                  <c:v>21.6</c:v>
                </c:pt>
                <c:pt idx="5">
                  <c:v>5</c:v>
                </c:pt>
                <c:pt idx="6">
                  <c:v>1.28</c:v>
                </c:pt>
                <c:pt idx="7">
                  <c:v>2.82</c:v>
                </c:pt>
                <c:pt idx="8">
                  <c:v>3.57</c:v>
                </c:pt>
                <c:pt idx="9">
                  <c:v>5.3</c:v>
                </c:pt>
                <c:pt idx="10">
                  <c:v>8.93</c:v>
                </c:pt>
                <c:pt idx="11">
                  <c:v>2.2799999999999998</c:v>
                </c:pt>
                <c:pt idx="12">
                  <c:v>7.56</c:v>
                </c:pt>
                <c:pt idx="13">
                  <c:v>2.2000000000000002</c:v>
                </c:pt>
                <c:pt idx="14">
                  <c:v>19.2</c:v>
                </c:pt>
                <c:pt idx="15">
                  <c:v>3.8</c:v>
                </c:pt>
                <c:pt idx="16">
                  <c:v>15.05</c:v>
                </c:pt>
                <c:pt idx="17">
                  <c:v>3.7</c:v>
                </c:pt>
                <c:pt idx="18">
                  <c:v>18.399999999999999</c:v>
                </c:pt>
                <c:pt idx="19">
                  <c:v>4</c:v>
                </c:pt>
                <c:pt idx="20">
                  <c:v>36.200000000000003</c:v>
                </c:pt>
                <c:pt idx="21">
                  <c:v>6.4</c:v>
                </c:pt>
                <c:pt idx="22">
                  <c:v>34.5</c:v>
                </c:pt>
                <c:pt idx="23">
                  <c:v>6.52</c:v>
                </c:pt>
              </c:numCache>
            </c:numRef>
          </c:xVal>
          <c:yVal>
            <c:numRef>
              <c:f>'https://ascactivedirectory-my.sharepoint.com/personal/patrick_wright_aramcoamericas_com/Documents/Documents/VisCalcML/Data/test_set_comparison/CosmoTherm on Test Set/[CosmoTherm_test_preds.xlsx]CosmoTherm Results'!$E$2:$E$25</c:f>
              <c:numCache>
                <c:formatCode>General</c:formatCode>
                <c:ptCount val="24"/>
                <c:pt idx="0">
                  <c:v>13.56044161007844</c:v>
                </c:pt>
                <c:pt idx="1">
                  <c:v>2.9579855854387178</c:v>
                </c:pt>
                <c:pt idx="2">
                  <c:v>43.57602198626995</c:v>
                </c:pt>
                <c:pt idx="3">
                  <c:v>6.39130013766066</c:v>
                </c:pt>
                <c:pt idx="4">
                  <c:v>83.018626411126633</c:v>
                </c:pt>
                <c:pt idx="5">
                  <c:v>9.8741515848950705</c:v>
                </c:pt>
                <c:pt idx="6">
                  <c:v>1.1622670306418794</c:v>
                </c:pt>
                <c:pt idx="7">
                  <c:v>1.9867982697272997</c:v>
                </c:pt>
                <c:pt idx="8">
                  <c:v>3.5294141031652799</c:v>
                </c:pt>
                <c:pt idx="9">
                  <c:v>5.301334785136337</c:v>
                </c:pt>
                <c:pt idx="10">
                  <c:v>8.8730631047602717</c:v>
                </c:pt>
                <c:pt idx="11">
                  <c:v>2.2468999821884323</c:v>
                </c:pt>
                <c:pt idx="12">
                  <c:v>13.56044161007844</c:v>
                </c:pt>
                <c:pt idx="13">
                  <c:v>2.9579855854387178</c:v>
                </c:pt>
                <c:pt idx="14">
                  <c:v>36.036649344133892</c:v>
                </c:pt>
                <c:pt idx="15">
                  <c:v>5.6425604635674658</c:v>
                </c:pt>
                <c:pt idx="16">
                  <c:v>43.57602198626995</c:v>
                </c:pt>
                <c:pt idx="17">
                  <c:v>6.39130013766066</c:v>
                </c:pt>
                <c:pt idx="18">
                  <c:v>33.055066290820747</c:v>
                </c:pt>
                <c:pt idx="19">
                  <c:v>5.3438402327969987</c:v>
                </c:pt>
                <c:pt idx="20">
                  <c:v>160.54757633786045</c:v>
                </c:pt>
                <c:pt idx="21">
                  <c:v>15.126126400676029</c:v>
                </c:pt>
                <c:pt idx="22">
                  <c:v>133.39492202582605</c:v>
                </c:pt>
                <c:pt idx="23">
                  <c:v>13.48914877806048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347-4091-A301-2D08A54A46C9}"/>
            </c:ext>
          </c:extLst>
        </c:ser>
        <c:ser>
          <c:idx val="1"/>
          <c:order val="1"/>
          <c:tx>
            <c:v>Ideal Fit</c:v>
          </c:tx>
          <c:spPr>
            <a:ln w="25400" cap="rnd">
              <a:solidFill>
                <a:srgbClr val="84BD00"/>
              </a:solidFill>
              <a:round/>
            </a:ln>
            <a:effectLst/>
          </c:spPr>
          <c:marker>
            <c:symbol val="none"/>
          </c:marker>
          <c:xVal>
            <c:numRef>
              <c:f>'[Combined top model results.xlsx]VisCalcML'!$G$3:$G$4</c:f>
              <c:numCache>
                <c:formatCode>General</c:formatCode>
                <c:ptCount val="2"/>
                <c:pt idx="0">
                  <c:v>0</c:v>
                </c:pt>
                <c:pt idx="1">
                  <c:v>40</c:v>
                </c:pt>
              </c:numCache>
            </c:numRef>
          </c:xVal>
          <c:yVal>
            <c:numRef>
              <c:f>'[Combined top model results.xlsx]VisCalcML'!$H$3:$H$4</c:f>
              <c:numCache>
                <c:formatCode>General</c:formatCode>
                <c:ptCount val="2"/>
                <c:pt idx="0">
                  <c:v>0</c:v>
                </c:pt>
                <c:pt idx="1">
                  <c:v>40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347-4091-A301-2D08A54A46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36718096"/>
        <c:axId val="858074447"/>
      </c:scatterChart>
      <c:valAx>
        <c:axId val="1836718096"/>
        <c:scaling>
          <c:orientation val="minMax"/>
          <c:max val="40"/>
          <c:min val="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Actual</a:t>
                </a:r>
                <a:r>
                  <a:rPr lang="en-US" baseline="0"/>
                  <a:t> KV (cSt)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858074447"/>
        <c:crosses val="autoZero"/>
        <c:crossBetween val="midCat"/>
      </c:valAx>
      <c:valAx>
        <c:axId val="858074447"/>
        <c:scaling>
          <c:orientation val="minMax"/>
          <c:max val="180"/>
          <c:min val="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Predicted KV (cSt)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836718096"/>
        <c:crosses val="autoZero"/>
        <c:crossBetween val="midCat"/>
        <c:majorUnit val="40"/>
      </c:valAx>
      <c:spPr>
        <a:noFill/>
        <a:ln>
          <a:solidFill>
            <a:schemeClr val="tx1"/>
          </a:solidFill>
        </a:ln>
        <a:effectLst/>
      </c:spPr>
    </c:plotArea>
    <c:legend>
      <c:legendPos val="r"/>
      <c:layout>
        <c:manualLayout>
          <c:xMode val="edge"/>
          <c:yMode val="edge"/>
          <c:x val="0.14822713581466526"/>
          <c:y val="0.14286608133336942"/>
          <c:w val="0.44508624613805192"/>
          <c:h val="0.13280932925674396"/>
        </c:manualLayout>
      </c:layout>
      <c:overlay val="0"/>
      <c:spPr>
        <a:noFill/>
        <a:ln w="15875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/>
              <a:t>Panwar et</a:t>
            </a:r>
            <a:r>
              <a:rPr lang="en-US" baseline="0"/>
              <a:t> al</a:t>
            </a:r>
            <a:r>
              <a:rPr lang="en-US"/>
              <a:t> Performance on PAO Molecules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044214702501068"/>
          <c:y val="0.13336935297672195"/>
          <c:w val="0.82501780393381363"/>
          <c:h val="0.68780861901025458"/>
        </c:manualLayout>
      </c:layout>
      <c:scatterChart>
        <c:scatterStyle val="lineMarker"/>
        <c:varyColors val="0"/>
        <c:ser>
          <c:idx val="0"/>
          <c:order val="0"/>
          <c:tx>
            <c:v>Panwar et al Predictions</c:v>
          </c:tx>
          <c:spPr>
            <a:ln w="25400" cap="rnd">
              <a:noFill/>
              <a:round/>
            </a:ln>
            <a:effectLst/>
          </c:spPr>
          <c:marker>
            <c:symbol val="square"/>
            <c:size val="6"/>
            <c:spPr>
              <a:solidFill>
                <a:srgbClr val="00A3E0"/>
              </a:solidFill>
              <a:ln w="28575">
                <a:solidFill>
                  <a:schemeClr val="tx1"/>
                </a:solidFill>
              </a:ln>
              <a:effectLst/>
            </c:spPr>
          </c:marker>
          <c:xVal>
            <c:numRef>
              <c:f>'https://ascactivedirectory-my.sharepoint.com/personal/patrick_wright_aramcoamericas_com/Documents/Documents/VisCalcML/Data/test_set_comparison/Panwar on Test Set/[Panwar_test_preds.xlsx]CosmoTherm Results'!$G$2:$G$25</c:f>
              <c:numCache>
                <c:formatCode>General</c:formatCode>
                <c:ptCount val="24"/>
                <c:pt idx="0">
                  <c:v>8.1300000000000008</c:v>
                </c:pt>
                <c:pt idx="1">
                  <c:v>2.4</c:v>
                </c:pt>
                <c:pt idx="2">
                  <c:v>15.1</c:v>
                </c:pt>
                <c:pt idx="3">
                  <c:v>3.9</c:v>
                </c:pt>
                <c:pt idx="4">
                  <c:v>21.6</c:v>
                </c:pt>
                <c:pt idx="5">
                  <c:v>5</c:v>
                </c:pt>
                <c:pt idx="6">
                  <c:v>1.28</c:v>
                </c:pt>
                <c:pt idx="7">
                  <c:v>2.82</c:v>
                </c:pt>
                <c:pt idx="8">
                  <c:v>3.57</c:v>
                </c:pt>
                <c:pt idx="9">
                  <c:v>5.3</c:v>
                </c:pt>
                <c:pt idx="10">
                  <c:v>8.93</c:v>
                </c:pt>
                <c:pt idx="11">
                  <c:v>2.2799999999999998</c:v>
                </c:pt>
                <c:pt idx="12">
                  <c:v>7.56</c:v>
                </c:pt>
                <c:pt idx="13">
                  <c:v>2.2000000000000002</c:v>
                </c:pt>
                <c:pt idx="14">
                  <c:v>19.2</c:v>
                </c:pt>
                <c:pt idx="15">
                  <c:v>3.8</c:v>
                </c:pt>
                <c:pt idx="16">
                  <c:v>15.05</c:v>
                </c:pt>
                <c:pt idx="17">
                  <c:v>3.7</c:v>
                </c:pt>
                <c:pt idx="18">
                  <c:v>18.399999999999999</c:v>
                </c:pt>
                <c:pt idx="19">
                  <c:v>4</c:v>
                </c:pt>
                <c:pt idx="20">
                  <c:v>36.200000000000003</c:v>
                </c:pt>
                <c:pt idx="21">
                  <c:v>6.4</c:v>
                </c:pt>
                <c:pt idx="22">
                  <c:v>34.5</c:v>
                </c:pt>
                <c:pt idx="23">
                  <c:v>6.52</c:v>
                </c:pt>
              </c:numCache>
            </c:numRef>
          </c:xVal>
          <c:yVal>
            <c:numRef>
              <c:f>'https://ascactivedirectory-my.sharepoint.com/personal/patrick_wright_aramcoamericas_com/Documents/Documents/VisCalcML/Data/test_set_comparison/Panwar on Test Set/[Panwar_test_preds.xlsx]CosmoTherm Results'!$F$2:$F$25</c:f>
              <c:numCache>
                <c:formatCode>General</c:formatCode>
                <c:ptCount val="24"/>
                <c:pt idx="0">
                  <c:v>8.8252472225514627</c:v>
                </c:pt>
                <c:pt idx="1">
                  <c:v>2.7592434266350714</c:v>
                </c:pt>
                <c:pt idx="2">
                  <c:v>18.689386772862388</c:v>
                </c:pt>
                <c:pt idx="3">
                  <c:v>3.6465396824441982</c:v>
                </c:pt>
                <c:pt idx="4">
                  <c:v>20.619283416737574</c:v>
                </c:pt>
                <c:pt idx="5">
                  <c:v>4.8163338547434735</c:v>
                </c:pt>
                <c:pt idx="6">
                  <c:v>1.4413749923060817</c:v>
                </c:pt>
                <c:pt idx="7">
                  <c:v>2.9739334933637727</c:v>
                </c:pt>
                <c:pt idx="8">
                  <c:v>3.9818812280010123</c:v>
                </c:pt>
                <c:pt idx="9">
                  <c:v>4.7272387068261565</c:v>
                </c:pt>
                <c:pt idx="10">
                  <c:v>8.7718346767651365</c:v>
                </c:pt>
                <c:pt idx="11">
                  <c:v>2.7417034721189366</c:v>
                </c:pt>
                <c:pt idx="12">
                  <c:v>8.8252472225514627</c:v>
                </c:pt>
                <c:pt idx="13">
                  <c:v>2.7592434266350714</c:v>
                </c:pt>
                <c:pt idx="14">
                  <c:v>18.532775228868665</c:v>
                </c:pt>
                <c:pt idx="15">
                  <c:v>3.6121716961243302</c:v>
                </c:pt>
                <c:pt idx="16">
                  <c:v>18.689386772862388</c:v>
                </c:pt>
                <c:pt idx="17">
                  <c:v>3.6465396824441982</c:v>
                </c:pt>
                <c:pt idx="18">
                  <c:v>14.565085578394163</c:v>
                </c:pt>
                <c:pt idx="19">
                  <c:v>4.323690124949267</c:v>
                </c:pt>
                <c:pt idx="20">
                  <c:v>19.423045536481727</c:v>
                </c:pt>
                <c:pt idx="21">
                  <c:v>2.824970465742632</c:v>
                </c:pt>
                <c:pt idx="22">
                  <c:v>19.35782651643423</c:v>
                </c:pt>
                <c:pt idx="23">
                  <c:v>2.8154550808231504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986-4379-BEEB-52BAA9564DC9}"/>
            </c:ext>
          </c:extLst>
        </c:ser>
        <c:ser>
          <c:idx val="1"/>
          <c:order val="1"/>
          <c:tx>
            <c:v>Ideal Fit</c:v>
          </c:tx>
          <c:spPr>
            <a:ln w="25400" cap="rnd">
              <a:solidFill>
                <a:srgbClr val="84BD00"/>
              </a:solidFill>
              <a:round/>
            </a:ln>
            <a:effectLst/>
          </c:spPr>
          <c:marker>
            <c:symbol val="none"/>
          </c:marker>
          <c:xVal>
            <c:numRef>
              <c:f>'[Combined top model results.xlsx]VisCalcML'!$G$3:$G$4</c:f>
              <c:numCache>
                <c:formatCode>General</c:formatCode>
                <c:ptCount val="2"/>
                <c:pt idx="0">
                  <c:v>0</c:v>
                </c:pt>
                <c:pt idx="1">
                  <c:v>40</c:v>
                </c:pt>
              </c:numCache>
            </c:numRef>
          </c:xVal>
          <c:yVal>
            <c:numRef>
              <c:f>'[Combined top model results.xlsx]VisCalcML'!$H$3:$H$4</c:f>
              <c:numCache>
                <c:formatCode>General</c:formatCode>
                <c:ptCount val="2"/>
                <c:pt idx="0">
                  <c:v>0</c:v>
                </c:pt>
                <c:pt idx="1">
                  <c:v>40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986-4379-BEEB-52BAA9564D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36718096"/>
        <c:axId val="858074447"/>
      </c:scatterChart>
      <c:valAx>
        <c:axId val="1836718096"/>
        <c:scaling>
          <c:orientation val="minMax"/>
          <c:max val="40"/>
          <c:min val="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Actual</a:t>
                </a:r>
                <a:r>
                  <a:rPr lang="en-US" baseline="0"/>
                  <a:t> KV (cSt)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858074447"/>
        <c:crosses val="autoZero"/>
        <c:crossBetween val="midCat"/>
      </c:valAx>
      <c:valAx>
        <c:axId val="858074447"/>
        <c:scaling>
          <c:orientation val="minMax"/>
          <c:max val="40"/>
          <c:min val="0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Predicted KV (cSt)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836718096"/>
        <c:crosses val="autoZero"/>
        <c:crossBetween val="midCat"/>
        <c:majorUnit val="10"/>
      </c:valAx>
      <c:spPr>
        <a:noFill/>
        <a:ln>
          <a:solidFill>
            <a:schemeClr val="tx1"/>
          </a:solidFill>
        </a:ln>
        <a:effectLst/>
      </c:spPr>
    </c:plotArea>
    <c:legend>
      <c:legendPos val="r"/>
      <c:layout>
        <c:manualLayout>
          <c:xMode val="edge"/>
          <c:yMode val="edge"/>
          <c:x val="0.51231077665107361"/>
          <c:y val="0.678341146208851"/>
          <c:w val="0.44508624613805192"/>
          <c:h val="0.13280932925674396"/>
        </c:manualLayout>
      </c:layout>
      <c:overlay val="0"/>
      <c:spPr>
        <a:noFill/>
        <a:ln w="15875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/>
              <a:t>Nested</a:t>
            </a:r>
            <a:r>
              <a:rPr lang="en-US" baseline="0"/>
              <a:t> Cross-Validation Performance on Train Set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'[FIG_2_hyperopt results.xlsx]Sheet1'!$B$1</c:f>
              <c:strCache>
                <c:ptCount val="1"/>
                <c:pt idx="0">
                  <c:v>ln</c:v>
                </c:pt>
              </c:strCache>
            </c:strRef>
          </c:tx>
          <c:spPr>
            <a:solidFill>
              <a:srgbClr val="00A3E0"/>
            </a:solidFill>
            <a:ln>
              <a:noFill/>
            </a:ln>
            <a:effectLst/>
          </c:spPr>
          <c:invertIfNegative val="0"/>
          <c:cat>
            <c:strRef>
              <c:f>'[FIG_2_hyperopt results.xlsx]Sheet1'!$A$2:$A$5</c:f>
              <c:strCache>
                <c:ptCount val="4"/>
                <c:pt idx="0">
                  <c:v>Fingerprints</c:v>
                </c:pt>
                <c:pt idx="1">
                  <c:v>Chiral Fingerprints</c:v>
                </c:pt>
                <c:pt idx="2">
                  <c:v>Descriptors</c:v>
                </c:pt>
                <c:pt idx="3">
                  <c:v>3D Descriptors</c:v>
                </c:pt>
              </c:strCache>
            </c:strRef>
          </c:cat>
          <c:val>
            <c:numRef>
              <c:f>'[FIG_2_hyperopt results.xlsx]Sheet1'!$B$2:$B$5</c:f>
              <c:numCache>
                <c:formatCode>General</c:formatCode>
                <c:ptCount val="4"/>
                <c:pt idx="0">
                  <c:v>26.432374336712961</c:v>
                </c:pt>
                <c:pt idx="1">
                  <c:v>24.276406263762517</c:v>
                </c:pt>
                <c:pt idx="2">
                  <c:v>27.027973899310155</c:v>
                </c:pt>
                <c:pt idx="3">
                  <c:v>28.292346871669874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B4-47A7-9FC4-046D43FD586B}"/>
            </c:ext>
          </c:extLst>
        </c:ser>
        <c:ser>
          <c:idx val="1"/>
          <c:order val="1"/>
          <c:tx>
            <c:strRef>
              <c:f>'[FIG_2_hyperopt results.xlsx]Sheet1'!$C$1</c:f>
              <c:strCache>
                <c:ptCount val="1"/>
                <c:pt idx="0">
                  <c:v>sqrt</c:v>
                </c:pt>
              </c:strCache>
            </c:strRef>
          </c:tx>
          <c:spPr>
            <a:solidFill>
              <a:srgbClr val="84BD00"/>
            </a:solidFill>
            <a:ln>
              <a:noFill/>
            </a:ln>
            <a:effectLst/>
          </c:spPr>
          <c:invertIfNegative val="0"/>
          <c:cat>
            <c:strRef>
              <c:f>'[FIG_2_hyperopt results.xlsx]Sheet1'!$A$2:$A$5</c:f>
              <c:strCache>
                <c:ptCount val="4"/>
                <c:pt idx="0">
                  <c:v>Fingerprints</c:v>
                </c:pt>
                <c:pt idx="1">
                  <c:v>Chiral Fingerprints</c:v>
                </c:pt>
                <c:pt idx="2">
                  <c:v>Descriptors</c:v>
                </c:pt>
                <c:pt idx="3">
                  <c:v>3D Descriptors</c:v>
                </c:pt>
              </c:strCache>
            </c:strRef>
          </c:cat>
          <c:val>
            <c:numRef>
              <c:f>'[FIG_2_hyperopt results.xlsx]Sheet1'!$C$2:$C$5</c:f>
              <c:numCache>
                <c:formatCode>General</c:formatCode>
                <c:ptCount val="4"/>
                <c:pt idx="0">
                  <c:v>28.138858541987219</c:v>
                </c:pt>
                <c:pt idx="1">
                  <c:v>28.235510169619655</c:v>
                </c:pt>
                <c:pt idx="2">
                  <c:v>24.688261128283965</c:v>
                </c:pt>
                <c:pt idx="3">
                  <c:v>26.8424184374297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B4-47A7-9FC4-046D43FD586B}"/>
            </c:ext>
          </c:extLst>
        </c:ser>
        <c:ser>
          <c:idx val="2"/>
          <c:order val="2"/>
          <c:tx>
            <c:strRef>
              <c:f>'[FIG_2_hyperopt results.xlsx]Sheet1'!$D$1</c:f>
              <c:strCache>
                <c:ptCount val="1"/>
                <c:pt idx="0">
                  <c:v>fourth root</c:v>
                </c:pt>
              </c:strCache>
            </c:strRef>
          </c:tx>
          <c:spPr>
            <a:solidFill>
              <a:srgbClr val="53565A"/>
            </a:solidFill>
            <a:ln>
              <a:noFill/>
            </a:ln>
            <a:effectLst/>
          </c:spPr>
          <c:invertIfNegative val="0"/>
          <c:cat>
            <c:strRef>
              <c:f>'[FIG_2_hyperopt results.xlsx]Sheet1'!$A$2:$A$5</c:f>
              <c:strCache>
                <c:ptCount val="4"/>
                <c:pt idx="0">
                  <c:v>Fingerprints</c:v>
                </c:pt>
                <c:pt idx="1">
                  <c:v>Chiral Fingerprints</c:v>
                </c:pt>
                <c:pt idx="2">
                  <c:v>Descriptors</c:v>
                </c:pt>
                <c:pt idx="3">
                  <c:v>3D Descriptors</c:v>
                </c:pt>
              </c:strCache>
            </c:strRef>
          </c:cat>
          <c:val>
            <c:numRef>
              <c:f>'[FIG_2_hyperopt results.xlsx]Sheet1'!$D$2:$D$5</c:f>
              <c:numCache>
                <c:formatCode>General</c:formatCode>
                <c:ptCount val="4"/>
                <c:pt idx="0">
                  <c:v>26.608912474390589</c:v>
                </c:pt>
                <c:pt idx="1">
                  <c:v>26.595384957476927</c:v>
                </c:pt>
                <c:pt idx="2">
                  <c:v>26.812489880217729</c:v>
                </c:pt>
                <c:pt idx="3">
                  <c:v>25.67453208191904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4B4-47A7-9FC4-046D43FD586B}"/>
            </c:ext>
          </c:extLst>
        </c:ser>
        <c:ser>
          <c:idx val="3"/>
          <c:order val="3"/>
          <c:tx>
            <c:strRef>
              <c:f>'[FIG_2_hyperopt results.xlsx]Sheet1'!$E$1</c:f>
              <c:strCache>
                <c:ptCount val="1"/>
                <c:pt idx="0">
                  <c:v>None</c:v>
                </c:pt>
              </c:strCache>
            </c:strRef>
          </c:tx>
          <c:spPr>
            <a:solidFill>
              <a:srgbClr val="0033A0"/>
            </a:solidFill>
            <a:ln>
              <a:noFill/>
            </a:ln>
            <a:effectLst/>
          </c:spPr>
          <c:invertIfNegative val="0"/>
          <c:cat>
            <c:strRef>
              <c:f>'[FIG_2_hyperopt results.xlsx]Sheet1'!$A$2:$A$5</c:f>
              <c:strCache>
                <c:ptCount val="4"/>
                <c:pt idx="0">
                  <c:v>Fingerprints</c:v>
                </c:pt>
                <c:pt idx="1">
                  <c:v>Chiral Fingerprints</c:v>
                </c:pt>
                <c:pt idx="2">
                  <c:v>Descriptors</c:v>
                </c:pt>
                <c:pt idx="3">
                  <c:v>3D Descriptors</c:v>
                </c:pt>
              </c:strCache>
            </c:strRef>
          </c:cat>
          <c:val>
            <c:numRef>
              <c:f>'[FIG_2_hyperopt results.xlsx]Sheet1'!$E$2:$E$5</c:f>
              <c:numCache>
                <c:formatCode>General</c:formatCode>
                <c:ptCount val="4"/>
                <c:pt idx="0">
                  <c:v>31.319355036734361</c:v>
                </c:pt>
                <c:pt idx="1">
                  <c:v>32.584050197375859</c:v>
                </c:pt>
                <c:pt idx="2">
                  <c:v>27.928849377525598</c:v>
                </c:pt>
                <c:pt idx="3">
                  <c:v>29.275156968363671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4B4-47A7-9FC4-046D43FD58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31123312"/>
        <c:axId val="1204037999"/>
      </c:barChart>
      <c:catAx>
        <c:axId val="1831123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204037999"/>
        <c:crosses val="autoZero"/>
        <c:auto val="1"/>
        <c:lblAlgn val="ctr"/>
        <c:lblOffset val="100"/>
        <c:noMultiLvlLbl val="0"/>
      </c:catAx>
      <c:valAx>
        <c:axId val="1204037999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Root Mean Squared Error (cSt)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831123312"/>
        <c:crosses val="autoZero"/>
        <c:crossBetween val="between"/>
      </c:valAx>
      <c:spPr>
        <a:noFill/>
        <a:ln>
          <a:solidFill>
            <a:schemeClr val="tx1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2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595C4-B3CC-8E87-57E4-B70D1B413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0EA31-8A6F-D9BC-2FEA-926AE3DA1F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83FE3-E4D4-85B9-B248-0AE30179D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9FB8-5ABC-47CA-9BD7-A0622C249EDD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B2368-104D-59A2-AAC8-DE2CC018B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EFF1D-8D70-DA2F-6B7C-08DBA6AB9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2958B-2184-4962-940F-DCC545D1D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132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FA84E-40F3-FCF8-7822-2D817EF37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2FAFE-7EE1-1119-8A22-408133ABE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62049-6CB0-A468-519C-816B227CA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9FB8-5ABC-47CA-9BD7-A0622C249EDD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9B1E8-A1C5-77F5-507B-4E4093260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78E1F-E738-55E3-A8D3-FE5DB1534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2958B-2184-4962-940F-DCC545D1D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247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C999D-5D4F-65B3-049C-70137C82E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A5B8E-190D-338D-AF47-A3C7FF325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DCC89-D9E0-EC3D-EC3C-EA2456E4D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9FB8-5ABC-47CA-9BD7-A0622C249EDD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73BA3-CCC6-6ED9-0916-049DF6BA7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0BC92-C2B1-DD9F-328B-9B15E1DE8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2958B-2184-4962-940F-DCC545D1D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4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E7E2A-0BD0-4FF1-266F-086AE3312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59F45-65E1-7CB2-ED49-ECDA7C550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5CD55E-E8FA-44D9-5F8C-0370FFBE3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BAEA0-EC68-6DB4-0F54-32FAB350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9FB8-5ABC-47CA-9BD7-A0622C249EDD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CF5CE-65F6-41BF-F4F6-1DA2A6571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3CAA1-FD2B-206D-61DA-BF840398C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2958B-2184-4962-940F-DCC545D1D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782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298A7-D4A3-11B0-53E8-679E64284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36043-B21A-5E3D-CBFC-1CBF6EB16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8334C-C25D-EDDE-9BBB-05F171156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610FF1-2C03-B2BD-43F0-BDF4E0B279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C3C88A-7B5C-690D-90A8-3D19ED2527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B4F9B9-66BC-B3CB-543C-8FF3F3525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9FB8-5ABC-47CA-9BD7-A0622C249EDD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F26C7B-667F-15F6-DAFF-50EB4E920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B0F358-6E66-F938-32DF-78EEDEEDE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2958B-2184-4962-940F-DCC545D1D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651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0EE83-1987-C47D-43BA-5CFDD1B69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DE494-DB8A-A5DA-91A3-612072A0F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9FB8-5ABC-47CA-9BD7-A0622C249EDD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5B76D6-E48D-1E1D-7B00-2B5266960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AD6273-4278-538F-FB78-E9E477181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2958B-2184-4962-940F-DCC545D1D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749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ADBDBD-25CE-ED14-C674-514B6FFF3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9FB8-5ABC-47CA-9BD7-A0622C249EDD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1100C3-7D29-AC88-1D79-BC36FD6F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06A06-9522-32A4-FE48-7558DA106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2958B-2184-4962-940F-DCC545D1D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956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522C5-04D6-5E4F-6540-80A779B53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5A575-5790-A4F5-26FF-9203062CE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031421-7795-435C-275E-060A1A3FF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B54E4-3CF4-377E-EFEA-285BA9AD2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9FB8-5ABC-47CA-9BD7-A0622C249EDD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A221B-3BB5-76DC-1346-0E1A548A7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481B3-A45F-20F3-CAE1-7730915CD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2958B-2184-4962-940F-DCC545D1D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15C10-150E-E89C-C1EF-807F99893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716F15-8C8D-614C-E6DC-23273AC9BB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0CB65-7E07-C072-45FF-0C6403E33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80BEC-18F4-2164-F06D-47F21C232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9FB8-5ABC-47CA-9BD7-A0622C249EDD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CC0F1-6638-8171-43BC-7F30246C6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5F339-7C56-B3B3-07E5-6BB639108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2958B-2184-4962-940F-DCC545D1D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227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68E2D-3475-C3EC-38B1-93DF13C5A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31A0FC-801B-79B2-4376-5099BA1C1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AA796-3124-5F9A-5E48-35BD746C4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9FB8-5ABC-47CA-9BD7-A0622C249EDD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11964-F0A0-98D1-EF46-A92063BC6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2D95B-8DFC-D494-8FEE-1C0982EF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2958B-2184-4962-940F-DCC545D1D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1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C2E80F-5CAE-3AAB-171C-FD448534BF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CB087-472C-655F-234A-75E16E21D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9B737-098C-9EA1-37A7-B9E0E09AD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9FB8-5ABC-47CA-9BD7-A0622C249EDD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91000-21CA-35EB-FD93-509F91029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2EA58-69EF-2A77-64D0-0E18E8D32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2958B-2184-4962-940F-DCC545D1D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3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141A04-E370-0C0D-C68B-272B326BE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F2B81-56B6-5820-A279-9A825923A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15E09-D7D3-654E-F243-4E1442B57B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669FB8-5ABC-47CA-9BD7-A0622C249EDD}" type="datetimeFigureOut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C9B4E-33A9-AE41-93E2-5310AA2384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45A2B-EBC2-A43A-6474-F60D335860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B2958B-2184-4962-940F-DCC545D1D0F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F7B83D-3ABC-51C4-CAB3-14E28D0213F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135563" y="6581140"/>
            <a:ext cx="1960562" cy="2133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400">
                <a:solidFill>
                  <a:srgbClr val="008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Classification: General Use</a:t>
            </a:r>
          </a:p>
        </p:txBody>
      </p:sp>
    </p:spTree>
    <p:extLst>
      <p:ext uri="{BB962C8B-B14F-4D97-AF65-F5344CB8AC3E}">
        <p14:creationId xmlns:p14="http://schemas.microsoft.com/office/powerpoint/2010/main" val="1747237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7" Type="http://schemas.openxmlformats.org/officeDocument/2006/relationships/image" Target="../media/image27.emf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5" Type="http://schemas.openxmlformats.org/officeDocument/2006/relationships/image" Target="../media/image25.emf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3A5A-40D2-43F1-2A94-1970C11348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VisCalcML</a:t>
            </a:r>
            <a:r>
              <a:rPr lang="en-US" dirty="0"/>
              <a:t> Figures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4C89CB-BB19-B7C5-1D07-0294C89DF2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v0.1</a:t>
            </a:r>
          </a:p>
        </p:txBody>
      </p:sp>
    </p:spTree>
    <p:extLst>
      <p:ext uri="{BB962C8B-B14F-4D97-AF65-F5344CB8AC3E}">
        <p14:creationId xmlns:p14="http://schemas.microsoft.com/office/powerpoint/2010/main" val="819265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5FC3F-7A43-F022-E54A-CF41E6B39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Patrick To-Do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4BA72-F6EC-5F85-EBF6-13C8B8848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TEDIOUS </a:t>
            </a:r>
            <a:r>
              <a:rPr lang="en-US" dirty="0"/>
              <a:t>- Design graphical abstract (fig. 1)</a:t>
            </a:r>
          </a:p>
          <a:p>
            <a:r>
              <a:rPr lang="en-US" dirty="0">
                <a:solidFill>
                  <a:schemeClr val="accent6"/>
                </a:solidFill>
              </a:rPr>
              <a:t>EASY</a:t>
            </a:r>
            <a:r>
              <a:rPr lang="en-US" dirty="0"/>
              <a:t> - Make line chart and histogram of KV40 for interesting/representative molecules curated from Sibo (fig. 5)</a:t>
            </a:r>
          </a:p>
          <a:p>
            <a:r>
              <a:rPr lang="en-US" dirty="0" err="1">
                <a:solidFill>
                  <a:srgbClr val="FF0000"/>
                </a:solidFill>
              </a:rPr>
              <a:t>HARDish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– randomly select ~5000 Surge isomers and make KV40 histogram (fig. 6)</a:t>
            </a:r>
          </a:p>
          <a:p>
            <a:pPr lvl="1"/>
            <a:r>
              <a:rPr lang="en-US" dirty="0"/>
              <a:t>Or just do it for all Surge isomers</a:t>
            </a:r>
          </a:p>
          <a:p>
            <a:r>
              <a:rPr lang="en-US" dirty="0">
                <a:solidFill>
                  <a:srgbClr val="FF0000"/>
                </a:solidFill>
              </a:rPr>
              <a:t>HARD </a:t>
            </a:r>
            <a:r>
              <a:rPr lang="en-US" dirty="0"/>
              <a:t>– </a:t>
            </a:r>
            <a:r>
              <a:rPr lang="en-US"/>
              <a:t>Make VI-KV40 </a:t>
            </a:r>
            <a:r>
              <a:rPr lang="en-US" dirty="0"/>
              <a:t>plot for select Surge isomers (fig. 7)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751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EFCB6-BE7F-130A-374A-2572DE4E5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Article Figures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617D7-71B6-ED3B-8370-04D372A44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Figures are put in preliminary order</a:t>
            </a:r>
          </a:p>
        </p:txBody>
      </p:sp>
    </p:spTree>
    <p:extLst>
      <p:ext uri="{BB962C8B-B14F-4D97-AF65-F5344CB8AC3E}">
        <p14:creationId xmlns:p14="http://schemas.microsoft.com/office/powerpoint/2010/main" val="401106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49E89-2412-3303-007E-B2A3CF292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Fig. 1: High-Level Diagram of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0402A-00B4-8881-35AA-F41AD9CE0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to work on this. Can do after I leave</a:t>
            </a:r>
          </a:p>
          <a:p>
            <a:r>
              <a:rPr lang="en-US" dirty="0"/>
              <a:t>Literature examples:</a:t>
            </a:r>
          </a:p>
          <a:p>
            <a:r>
              <a:rPr lang="en-US" sz="1400" dirty="0"/>
              <a:t>Panwar et al, Yang et al</a:t>
            </a:r>
          </a:p>
        </p:txBody>
      </p:sp>
      <p:sp>
        <p:nvSpPr>
          <p:cNvPr id="4" name="AutoShape 2" descr="Figure 1">
            <a:extLst>
              <a:ext uri="{FF2B5EF4-FFF2-40B4-BE49-F238E27FC236}">
                <a16:creationId xmlns:a16="http://schemas.microsoft.com/office/drawing/2014/main" id="{09EC198E-9BB8-8A8D-5F07-AACF239E8C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B94C06-9BA5-27C4-26F3-9EAD361B9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431" y="3581400"/>
            <a:ext cx="3822192" cy="17007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7A3BAF-5388-0F61-2819-532B863A0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711" y="3118104"/>
            <a:ext cx="4572000" cy="245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140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49E89-2412-3303-007E-B2A3CF29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136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Fig. 1: High-Level Diagram of Workflow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5429BA0-99DF-4D0C-21E5-9E946E898B7C}"/>
              </a:ext>
            </a:extLst>
          </p:cNvPr>
          <p:cNvGrpSpPr/>
          <p:nvPr/>
        </p:nvGrpSpPr>
        <p:grpSpPr>
          <a:xfrm>
            <a:off x="2291071" y="987414"/>
            <a:ext cx="7642794" cy="5129466"/>
            <a:chOff x="2291071" y="987414"/>
            <a:chExt cx="7642794" cy="512946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B672D3B-D64B-ACE3-2F2A-4D813CABA602}"/>
                </a:ext>
              </a:extLst>
            </p:cNvPr>
            <p:cNvGrpSpPr/>
            <p:nvPr/>
          </p:nvGrpSpPr>
          <p:grpSpPr>
            <a:xfrm>
              <a:off x="2320925" y="1014035"/>
              <a:ext cx="7612940" cy="5101816"/>
              <a:chOff x="2320925" y="1014035"/>
              <a:chExt cx="7612940" cy="5101816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403CEF0B-96C3-7642-2A4F-6535A03A33B2}"/>
                  </a:ext>
                </a:extLst>
              </p:cNvPr>
              <p:cNvGrpSpPr/>
              <p:nvPr/>
            </p:nvGrpSpPr>
            <p:grpSpPr>
              <a:xfrm>
                <a:off x="2320925" y="1349983"/>
                <a:ext cx="7612940" cy="4287834"/>
                <a:chOff x="2320925" y="1535720"/>
                <a:chExt cx="7612940" cy="4287834"/>
              </a:xfrm>
            </p:grpSpPr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C7426E10-463F-7EAE-5E70-C5404C2393F2}"/>
                    </a:ext>
                  </a:extLst>
                </p:cNvPr>
                <p:cNvGrpSpPr/>
                <p:nvPr/>
              </p:nvGrpSpPr>
              <p:grpSpPr>
                <a:xfrm>
                  <a:off x="2320925" y="1535720"/>
                  <a:ext cx="7550150" cy="4287834"/>
                  <a:chOff x="2320925" y="1535720"/>
                  <a:chExt cx="7550150" cy="4287834"/>
                </a:xfrm>
              </p:grpSpPr>
              <p:pic>
                <p:nvPicPr>
                  <p:cNvPr id="62" name="Picture 61">
                    <a:extLst>
                      <a:ext uri="{FF2B5EF4-FFF2-40B4-BE49-F238E27FC236}">
                        <a16:creationId xmlns:a16="http://schemas.microsoft.com/office/drawing/2014/main" id="{E92733AF-5022-E41D-BCBE-D64FFDEC1F5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2320925" y="1535720"/>
                    <a:ext cx="7550150" cy="3111500"/>
                  </a:xfrm>
                  <a:prstGeom prst="rect">
                    <a:avLst/>
                  </a:prstGeom>
                </p:spPr>
              </p:pic>
              <p:pic>
                <p:nvPicPr>
                  <p:cNvPr id="63" name="Picture 62">
                    <a:extLst>
                      <a:ext uri="{FF2B5EF4-FFF2-40B4-BE49-F238E27FC236}">
                        <a16:creationId xmlns:a16="http://schemas.microsoft.com/office/drawing/2014/main" id="{E6E7CE69-C4B2-BE4A-80DB-96F730AD9E1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527194" y="2705704"/>
                    <a:ext cx="6229350" cy="311785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61" name="Arrow: Curved Left 60">
                  <a:extLst>
                    <a:ext uri="{FF2B5EF4-FFF2-40B4-BE49-F238E27FC236}">
                      <a16:creationId xmlns:a16="http://schemas.microsoft.com/office/drawing/2014/main" id="{9022AE5E-BB27-C6E4-1739-8F2F14943412}"/>
                    </a:ext>
                  </a:extLst>
                </p:cNvPr>
                <p:cNvSpPr/>
                <p:nvPr/>
              </p:nvSpPr>
              <p:spPr>
                <a:xfrm rot="3286024">
                  <a:off x="8975250" y="3385894"/>
                  <a:ext cx="484816" cy="1432415"/>
                </a:xfrm>
                <a:prstGeom prst="curvedLeftArrow">
                  <a:avLst/>
                </a:prstGeom>
                <a:solidFill>
                  <a:srgbClr val="4472C4"/>
                </a:solidFill>
                <a:ln>
                  <a:noFill/>
                </a:ln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74F4AD30-15D8-C61D-C6CA-1B296B6FCD1C}"/>
                  </a:ext>
                </a:extLst>
              </p:cNvPr>
              <p:cNvGrpSpPr/>
              <p:nvPr/>
            </p:nvGrpSpPr>
            <p:grpSpPr>
              <a:xfrm>
                <a:off x="2320925" y="1014035"/>
                <a:ext cx="7019868" cy="5101816"/>
                <a:chOff x="2320925" y="1014035"/>
                <a:chExt cx="7019868" cy="5101816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C3B12DEC-3FED-ED8D-C96E-BC659BF0F2E2}"/>
                    </a:ext>
                  </a:extLst>
                </p:cNvPr>
                <p:cNvGrpSpPr/>
                <p:nvPr/>
              </p:nvGrpSpPr>
              <p:grpSpPr>
                <a:xfrm>
                  <a:off x="2320925" y="1014035"/>
                  <a:ext cx="2172494" cy="1325563"/>
                  <a:chOff x="2320925" y="1014035"/>
                  <a:chExt cx="2172494" cy="1325563"/>
                </a:xfrm>
              </p:grpSpPr>
              <p:sp>
                <p:nvSpPr>
                  <p:cNvPr id="58" name="Rectangle: Rounded Corners 57">
                    <a:extLst>
                      <a:ext uri="{FF2B5EF4-FFF2-40B4-BE49-F238E27FC236}">
                        <a16:creationId xmlns:a16="http://schemas.microsoft.com/office/drawing/2014/main" id="{CAB4799F-61E1-BCAE-A0E5-940CA980F17C}"/>
                      </a:ext>
                    </a:extLst>
                  </p:cNvPr>
                  <p:cNvSpPr/>
                  <p:nvPr/>
                </p:nvSpPr>
                <p:spPr>
                  <a:xfrm>
                    <a:off x="2320925" y="1014035"/>
                    <a:ext cx="2172494" cy="1325563"/>
                  </a:xfrm>
                  <a:prstGeom prst="roundRect">
                    <a:avLst/>
                  </a:prstGeom>
                  <a:noFill/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754DA617-3551-9F60-C419-3D33DC9DC3A9}"/>
                      </a:ext>
                    </a:extLst>
                  </p:cNvPr>
                  <p:cNvSpPr txBox="1"/>
                  <p:nvPr/>
                </p:nvSpPr>
                <p:spPr>
                  <a:xfrm>
                    <a:off x="2352421" y="1020128"/>
                    <a:ext cx="211242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1.  </a:t>
                    </a:r>
                  </a:p>
                </p:txBody>
              </p:sp>
            </p:grpSp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D8E0318E-BD15-2422-49AB-C68B615DE6A1}"/>
                    </a:ext>
                  </a:extLst>
                </p:cNvPr>
                <p:cNvGrpSpPr/>
                <p:nvPr/>
              </p:nvGrpSpPr>
              <p:grpSpPr>
                <a:xfrm>
                  <a:off x="4730323" y="1014035"/>
                  <a:ext cx="2172495" cy="1325563"/>
                  <a:chOff x="4730323" y="1014035"/>
                  <a:chExt cx="2172495" cy="1325563"/>
                </a:xfrm>
              </p:grpSpPr>
              <p:sp>
                <p:nvSpPr>
                  <p:cNvPr id="56" name="Rectangle: Rounded Corners 55">
                    <a:extLst>
                      <a:ext uri="{FF2B5EF4-FFF2-40B4-BE49-F238E27FC236}">
                        <a16:creationId xmlns:a16="http://schemas.microsoft.com/office/drawing/2014/main" id="{BDBD683F-8B90-5A71-EE2E-E257E54D454C}"/>
                      </a:ext>
                    </a:extLst>
                  </p:cNvPr>
                  <p:cNvSpPr/>
                  <p:nvPr/>
                </p:nvSpPr>
                <p:spPr>
                  <a:xfrm>
                    <a:off x="4730323" y="1014035"/>
                    <a:ext cx="2172495" cy="1325563"/>
                  </a:xfrm>
                  <a:prstGeom prst="roundRect">
                    <a:avLst/>
                  </a:prstGeom>
                  <a:noFill/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2DFB75CD-32C8-2731-CD63-B02D835AE05C}"/>
                      </a:ext>
                    </a:extLst>
                  </p:cNvPr>
                  <p:cNvSpPr txBox="1"/>
                  <p:nvPr/>
                </p:nvSpPr>
                <p:spPr>
                  <a:xfrm>
                    <a:off x="4767537" y="1020128"/>
                    <a:ext cx="49878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2.</a:t>
                    </a:r>
                  </a:p>
                </p:txBody>
              </p:sp>
            </p:grpSp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F723581F-F132-2FB9-0D91-BD8C4F30E86E}"/>
                    </a:ext>
                  </a:extLst>
                </p:cNvPr>
                <p:cNvGrpSpPr/>
                <p:nvPr/>
              </p:nvGrpSpPr>
              <p:grpSpPr>
                <a:xfrm>
                  <a:off x="7168298" y="1014035"/>
                  <a:ext cx="2172495" cy="1325563"/>
                  <a:chOff x="7168298" y="1014035"/>
                  <a:chExt cx="2172495" cy="1325563"/>
                </a:xfrm>
              </p:grpSpPr>
              <p:sp>
                <p:nvSpPr>
                  <p:cNvPr id="54" name="Rectangle: Rounded Corners 53">
                    <a:extLst>
                      <a:ext uri="{FF2B5EF4-FFF2-40B4-BE49-F238E27FC236}">
                        <a16:creationId xmlns:a16="http://schemas.microsoft.com/office/drawing/2014/main" id="{7CEC1925-BADD-9581-D013-02B86C9F6BEC}"/>
                      </a:ext>
                    </a:extLst>
                  </p:cNvPr>
                  <p:cNvSpPr/>
                  <p:nvPr/>
                </p:nvSpPr>
                <p:spPr>
                  <a:xfrm>
                    <a:off x="7168298" y="1014035"/>
                    <a:ext cx="2172495" cy="1325563"/>
                  </a:xfrm>
                  <a:prstGeom prst="roundRect">
                    <a:avLst/>
                  </a:prstGeom>
                  <a:noFill/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0D7AB475-5388-BEA5-5FF4-846A85A6CEB3}"/>
                      </a:ext>
                    </a:extLst>
                  </p:cNvPr>
                  <p:cNvSpPr txBox="1"/>
                  <p:nvPr/>
                </p:nvSpPr>
                <p:spPr>
                  <a:xfrm>
                    <a:off x="7204710" y="1020128"/>
                    <a:ext cx="49878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3.</a:t>
                    </a:r>
                  </a:p>
                </p:txBody>
              </p:sp>
            </p:grpSp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5F0A647E-F8B4-541F-A8C5-918F69B9D930}"/>
                    </a:ext>
                  </a:extLst>
                </p:cNvPr>
                <p:cNvGrpSpPr/>
                <p:nvPr/>
              </p:nvGrpSpPr>
              <p:grpSpPr>
                <a:xfrm>
                  <a:off x="5936983" y="4630743"/>
                  <a:ext cx="2819561" cy="1481142"/>
                  <a:chOff x="5936983" y="4630743"/>
                  <a:chExt cx="2819561" cy="1481142"/>
                </a:xfrm>
              </p:grpSpPr>
              <p:sp>
                <p:nvSpPr>
                  <p:cNvPr id="52" name="Rectangle: Rounded Corners 51">
                    <a:extLst>
                      <a:ext uri="{FF2B5EF4-FFF2-40B4-BE49-F238E27FC236}">
                        <a16:creationId xmlns:a16="http://schemas.microsoft.com/office/drawing/2014/main" id="{F85E9D03-F277-73D2-C18F-DEB0B93E47E9}"/>
                      </a:ext>
                    </a:extLst>
                  </p:cNvPr>
                  <p:cNvSpPr/>
                  <p:nvPr/>
                </p:nvSpPr>
                <p:spPr>
                  <a:xfrm>
                    <a:off x="5936983" y="4630743"/>
                    <a:ext cx="2819561" cy="1481142"/>
                  </a:xfrm>
                  <a:prstGeom prst="roundRect">
                    <a:avLst/>
                  </a:prstGeom>
                  <a:noFill/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924E06F6-7588-1B71-61B7-0E2C39321C3E}"/>
                      </a:ext>
                    </a:extLst>
                  </p:cNvPr>
                  <p:cNvSpPr txBox="1"/>
                  <p:nvPr/>
                </p:nvSpPr>
                <p:spPr>
                  <a:xfrm>
                    <a:off x="5992683" y="4638430"/>
                    <a:ext cx="49878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4.</a:t>
                    </a:r>
                  </a:p>
                </p:txBody>
              </p:sp>
            </p:grpSp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C4995ACF-A323-4017-984D-B118C3F2F8D1}"/>
                    </a:ext>
                  </a:extLst>
                </p:cNvPr>
                <p:cNvGrpSpPr/>
                <p:nvPr/>
              </p:nvGrpSpPr>
              <p:grpSpPr>
                <a:xfrm>
                  <a:off x="2527193" y="4634709"/>
                  <a:ext cx="3280675" cy="1481142"/>
                  <a:chOff x="2527193" y="4634709"/>
                  <a:chExt cx="3280675" cy="1481142"/>
                </a:xfrm>
              </p:grpSpPr>
              <p:sp>
                <p:nvSpPr>
                  <p:cNvPr id="50" name="Rectangle: Rounded Corners 49">
                    <a:extLst>
                      <a:ext uri="{FF2B5EF4-FFF2-40B4-BE49-F238E27FC236}">
                        <a16:creationId xmlns:a16="http://schemas.microsoft.com/office/drawing/2014/main" id="{A1FCD741-17A6-DA5D-7FE9-3936545AAEDF}"/>
                      </a:ext>
                    </a:extLst>
                  </p:cNvPr>
                  <p:cNvSpPr/>
                  <p:nvPr/>
                </p:nvSpPr>
                <p:spPr>
                  <a:xfrm>
                    <a:off x="2527193" y="4634709"/>
                    <a:ext cx="3280675" cy="1481142"/>
                  </a:xfrm>
                  <a:prstGeom prst="roundRect">
                    <a:avLst/>
                  </a:prstGeom>
                  <a:noFill/>
                  <a:ln>
                    <a:solidFill>
                      <a:srgbClr val="4472C4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076BFED2-6CD1-1EA0-FF3A-2EB419673866}"/>
                      </a:ext>
                    </a:extLst>
                  </p:cNvPr>
                  <p:cNvSpPr txBox="1"/>
                  <p:nvPr/>
                </p:nvSpPr>
                <p:spPr>
                  <a:xfrm>
                    <a:off x="2578097" y="4638430"/>
                    <a:ext cx="49878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5.</a:t>
                    </a:r>
                  </a:p>
                </p:txBody>
              </p:sp>
            </p:grpSp>
          </p:grp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C761FC-A449-8FCF-F903-65CEDFC01D37}"/>
                </a:ext>
              </a:extLst>
            </p:cNvPr>
            <p:cNvSpPr txBox="1"/>
            <p:nvPr/>
          </p:nvSpPr>
          <p:spPr>
            <a:xfrm>
              <a:off x="2291071" y="1877933"/>
              <a:ext cx="21724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1375 KV-Temperature Data Points from 8 Sources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15523B2-FB20-0F29-1063-19C0E28E75E5}"/>
                </a:ext>
              </a:extLst>
            </p:cNvPr>
            <p:cNvSpPr txBox="1"/>
            <p:nvPr/>
          </p:nvSpPr>
          <p:spPr>
            <a:xfrm>
              <a:off x="4721249" y="1875948"/>
              <a:ext cx="21724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Using Descriptors or Morgan Fingerprint with Frequency 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BF4DC10-FF88-9660-661F-EC7D404C9E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26" t="32033" r="3938" b="31593"/>
            <a:stretch/>
          </p:blipFill>
          <p:spPr>
            <a:xfrm>
              <a:off x="3407172" y="1092886"/>
              <a:ext cx="1014569" cy="40011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2251F65-ACF8-F4A3-C560-9609B37D25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18" t="32115" r="3154" b="31154"/>
            <a:stretch/>
          </p:blipFill>
          <p:spPr>
            <a:xfrm>
              <a:off x="3267651" y="1505060"/>
              <a:ext cx="1093528" cy="42991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02C979E-2F57-5277-62F6-204ED6F4CD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20" t="29810" r="3905" b="29568"/>
            <a:stretch/>
          </p:blipFill>
          <p:spPr>
            <a:xfrm rot="19874752">
              <a:off x="2372065" y="1295135"/>
              <a:ext cx="1009650" cy="44352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97E493D-526D-256C-35CC-9B8825753C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26" t="32033" r="3938" b="31593"/>
            <a:stretch/>
          </p:blipFill>
          <p:spPr>
            <a:xfrm>
              <a:off x="5266323" y="1069635"/>
              <a:ext cx="1014569" cy="400110"/>
            </a:xfrm>
            <a:prstGeom prst="rect">
              <a:avLst/>
            </a:prstGeom>
          </p:spPr>
        </p:pic>
        <p:sp>
          <p:nvSpPr>
            <p:cNvPr id="17" name="Arrow: Curved Left 16">
              <a:extLst>
                <a:ext uri="{FF2B5EF4-FFF2-40B4-BE49-F238E27FC236}">
                  <a16:creationId xmlns:a16="http://schemas.microsoft.com/office/drawing/2014/main" id="{E3827B0B-5409-6EF5-22C9-DF44019D54ED}"/>
                </a:ext>
              </a:extLst>
            </p:cNvPr>
            <p:cNvSpPr/>
            <p:nvPr/>
          </p:nvSpPr>
          <p:spPr>
            <a:xfrm rot="18194925">
              <a:off x="6430810" y="1054779"/>
              <a:ext cx="256286" cy="488355"/>
            </a:xfrm>
            <a:prstGeom prst="curvedLeftArrow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434C88F-1790-AC8C-2ABA-55399EB4F98C}"/>
                </a:ext>
              </a:extLst>
            </p:cNvPr>
            <p:cNvSpPr txBox="1"/>
            <p:nvPr/>
          </p:nvSpPr>
          <p:spPr>
            <a:xfrm>
              <a:off x="4764809" y="1536529"/>
              <a:ext cx="21724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[ * * * * * * ... * * * * * *, T (K) ] 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9A53951-DA74-F8B4-C693-4EBFB9630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38385" y="1469745"/>
              <a:ext cx="876300" cy="838200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032AD7C-AADF-C7B6-B091-1006DF1B32E1}"/>
                </a:ext>
              </a:extLst>
            </p:cNvPr>
            <p:cNvGrpSpPr/>
            <p:nvPr/>
          </p:nvGrpSpPr>
          <p:grpSpPr>
            <a:xfrm>
              <a:off x="7217410" y="1583451"/>
              <a:ext cx="662512" cy="592934"/>
              <a:chOff x="3712464" y="1992314"/>
              <a:chExt cx="3100578" cy="2774950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7C6A9F4E-B4A1-D999-85A2-BA140832CA30}"/>
                  </a:ext>
                </a:extLst>
              </p:cNvPr>
              <p:cNvGrpSpPr/>
              <p:nvPr/>
            </p:nvGrpSpPr>
            <p:grpSpPr>
              <a:xfrm>
                <a:off x="4123944" y="1992314"/>
                <a:ext cx="2689098" cy="1739900"/>
                <a:chOff x="4917694" y="2982914"/>
                <a:chExt cx="2689098" cy="1739900"/>
              </a:xfrm>
            </p:grpSpPr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32785C6F-6C32-5F75-E94D-58E1F41A74F3}"/>
                    </a:ext>
                  </a:extLst>
                </p:cNvPr>
                <p:cNvSpPr/>
                <p:nvPr/>
              </p:nvSpPr>
              <p:spPr>
                <a:xfrm>
                  <a:off x="5915029" y="2982914"/>
                  <a:ext cx="704850" cy="70485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2891BE96-E10D-E3CB-9921-AA8DD42F1C9F}"/>
                    </a:ext>
                  </a:extLst>
                </p:cNvPr>
                <p:cNvSpPr/>
                <p:nvPr/>
              </p:nvSpPr>
              <p:spPr>
                <a:xfrm>
                  <a:off x="6901942" y="4017964"/>
                  <a:ext cx="704850" cy="70485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03B94D9E-6CF8-02BE-F87C-5FB35F461902}"/>
                    </a:ext>
                  </a:extLst>
                </p:cNvPr>
                <p:cNvSpPr/>
                <p:nvPr/>
              </p:nvSpPr>
              <p:spPr>
                <a:xfrm>
                  <a:off x="4917694" y="4017964"/>
                  <a:ext cx="704850" cy="70485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D2869CD5-074E-CC4F-CF33-6C49E7C63032}"/>
                  </a:ext>
                </a:extLst>
              </p:cNvPr>
              <p:cNvGrpSpPr/>
              <p:nvPr/>
            </p:nvGrpSpPr>
            <p:grpSpPr>
              <a:xfrm>
                <a:off x="3712464" y="4062414"/>
                <a:ext cx="1527810" cy="704850"/>
                <a:chOff x="5562346" y="4017964"/>
                <a:chExt cx="1527810" cy="704850"/>
              </a:xfrm>
            </p:grpSpPr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74811144-AE9D-C136-3AF5-20A143EE4A47}"/>
                    </a:ext>
                  </a:extLst>
                </p:cNvPr>
                <p:cNvSpPr/>
                <p:nvPr/>
              </p:nvSpPr>
              <p:spPr>
                <a:xfrm>
                  <a:off x="6385306" y="4017964"/>
                  <a:ext cx="704850" cy="70485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BB3C44EF-2457-0B2B-83F0-2B2A8BD29D1F}"/>
                    </a:ext>
                  </a:extLst>
                </p:cNvPr>
                <p:cNvSpPr/>
                <p:nvPr/>
              </p:nvSpPr>
              <p:spPr>
                <a:xfrm>
                  <a:off x="5562346" y="4017964"/>
                  <a:ext cx="704850" cy="70485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9AFFD72A-0363-963A-D8EE-FB5E893701E4}"/>
                  </a:ext>
                </a:extLst>
              </p:cNvPr>
              <p:cNvCxnSpPr>
                <a:cxnSpLocks/>
                <a:stCxn id="40" idx="5"/>
                <a:endCxn id="41" idx="0"/>
              </p:cNvCxnSpPr>
              <p:nvPr/>
            </p:nvCxnSpPr>
            <p:spPr>
              <a:xfrm>
                <a:off x="5722906" y="2593941"/>
                <a:ext cx="737711" cy="433423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261F8941-38DC-48BA-978C-1E6EC6E3312C}"/>
                  </a:ext>
                </a:extLst>
              </p:cNvPr>
              <p:cNvCxnSpPr>
                <a:cxnSpLocks/>
                <a:stCxn id="40" idx="3"/>
                <a:endCxn id="42" idx="0"/>
              </p:cNvCxnSpPr>
              <p:nvPr/>
            </p:nvCxnSpPr>
            <p:spPr>
              <a:xfrm flipH="1">
                <a:off x="4476369" y="2593941"/>
                <a:ext cx="748133" cy="433423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A336EDE-0B14-379D-15A2-361D55883B06}"/>
                  </a:ext>
                </a:extLst>
              </p:cNvPr>
              <p:cNvCxnSpPr>
                <a:cxnSpLocks/>
                <a:stCxn id="42" idx="4"/>
                <a:endCxn id="39" idx="0"/>
              </p:cNvCxnSpPr>
              <p:nvPr/>
            </p:nvCxnSpPr>
            <p:spPr>
              <a:xfrm flipH="1">
                <a:off x="4064889" y="3732214"/>
                <a:ext cx="411480" cy="33020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4342FF2C-4DCE-0B63-8CF4-767C1881ED52}"/>
                  </a:ext>
                </a:extLst>
              </p:cNvPr>
              <p:cNvCxnSpPr>
                <a:cxnSpLocks/>
                <a:stCxn id="42" idx="4"/>
                <a:endCxn id="38" idx="0"/>
              </p:cNvCxnSpPr>
              <p:nvPr/>
            </p:nvCxnSpPr>
            <p:spPr>
              <a:xfrm>
                <a:off x="4476369" y="3732214"/>
                <a:ext cx="411480" cy="33020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3A94FF3-3D99-4569-22DF-B378D8A30619}"/>
                </a:ext>
              </a:extLst>
            </p:cNvPr>
            <p:cNvSpPr txBox="1"/>
            <p:nvPr/>
          </p:nvSpPr>
          <p:spPr>
            <a:xfrm>
              <a:off x="7168297" y="1660512"/>
              <a:ext cx="21724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+ … +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74F9DE8-5262-386A-2C96-17BCD9FD135C}"/>
                </a:ext>
              </a:extLst>
            </p:cNvPr>
            <p:cNvSpPr txBox="1"/>
            <p:nvPr/>
          </p:nvSpPr>
          <p:spPr>
            <a:xfrm>
              <a:off x="7410242" y="987414"/>
              <a:ext cx="18856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Train 16 Gradient Boosting Regressors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55B6767-F0A8-FFBF-6146-8203C23A81CC}"/>
                </a:ext>
              </a:extLst>
            </p:cNvPr>
            <p:cNvSpPr txBox="1"/>
            <p:nvPr/>
          </p:nvSpPr>
          <p:spPr>
            <a:xfrm>
              <a:off x="2876889" y="4645262"/>
              <a:ext cx="28764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Screen Expert-Curated Molecules and Millions of C</a:t>
              </a:r>
              <a:r>
                <a:rPr lang="en-US" sz="1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30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lang="en-US" sz="1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62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Isomers from Surge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C86617C-B636-3832-6BA1-B3D5F9B83145}"/>
                </a:ext>
              </a:extLst>
            </p:cNvPr>
            <p:cNvSpPr txBox="1"/>
            <p:nvPr/>
          </p:nvSpPr>
          <p:spPr>
            <a:xfrm>
              <a:off x="2416189" y="5260815"/>
              <a:ext cx="12020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Candidate Lubricant</a:t>
              </a:r>
            </a:p>
          </p:txBody>
        </p:sp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60EC91AE-822B-B72C-F392-DD726BDBE6F0}"/>
                </a:ext>
              </a:extLst>
            </p:cNvPr>
            <p:cNvSpPr/>
            <p:nvPr/>
          </p:nvSpPr>
          <p:spPr>
            <a:xfrm>
              <a:off x="3539898" y="5372490"/>
              <a:ext cx="970692" cy="327004"/>
            </a:xfrm>
            <a:prstGeom prst="rightArrow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E6D1A0B-1513-ECB3-9D09-9288CB221869}"/>
                </a:ext>
              </a:extLst>
            </p:cNvPr>
            <p:cNvSpPr txBox="1"/>
            <p:nvPr/>
          </p:nvSpPr>
          <p:spPr>
            <a:xfrm>
              <a:off x="3347284" y="5682739"/>
              <a:ext cx="13032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VisCalcML</a:t>
              </a:r>
              <a:endParaRPr 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E88ADBD-97E1-8E4C-CAE5-67D1940533FB}"/>
                </a:ext>
              </a:extLst>
            </p:cNvPr>
            <p:cNvSpPr/>
            <p:nvPr/>
          </p:nvSpPr>
          <p:spPr>
            <a:xfrm>
              <a:off x="4822452" y="5150208"/>
              <a:ext cx="869017" cy="69230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C8AFBCB-0CD3-94C1-574B-E16834C12A9C}"/>
                </a:ext>
              </a:extLst>
            </p:cNvPr>
            <p:cNvSpPr txBox="1"/>
            <p:nvPr/>
          </p:nvSpPr>
          <p:spPr>
            <a:xfrm>
              <a:off x="4631080" y="5839881"/>
              <a:ext cx="12020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Temperature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B540BC1-5869-6D11-882E-E30DA3389989}"/>
                </a:ext>
              </a:extLst>
            </p:cNvPr>
            <p:cNvSpPr txBox="1"/>
            <p:nvPr/>
          </p:nvSpPr>
          <p:spPr>
            <a:xfrm rot="16200000">
              <a:off x="4458315" y="5340972"/>
              <a:ext cx="4616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KV</a:t>
              </a:r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3CADFFD9-D5E1-BB4E-33C3-2E07195CE662}"/>
                </a:ext>
              </a:extLst>
            </p:cNvPr>
            <p:cNvSpPr/>
            <p:nvPr/>
          </p:nvSpPr>
          <p:spPr>
            <a:xfrm rot="10800000">
              <a:off x="4900287" y="4982384"/>
              <a:ext cx="1380604" cy="737894"/>
            </a:xfrm>
            <a:prstGeom prst="arc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1" name="Chart 30">
              <a:extLst>
                <a:ext uri="{FF2B5EF4-FFF2-40B4-BE49-F238E27FC236}">
                  <a16:creationId xmlns:a16="http://schemas.microsoft.com/office/drawing/2014/main" id="{BD1E5B85-42DA-B9C9-1552-4F04D910CC73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514440952"/>
                </p:ext>
              </p:extLst>
            </p:nvPr>
          </p:nvGraphicFramePr>
          <p:xfrm>
            <a:off x="6353530" y="4630743"/>
            <a:ext cx="2373126" cy="148114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902340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40FCD-8FFA-535A-32E8-D1EE0EF4A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Fig. 2: Example Molecules from Test/Train Sets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7B2C655-6D65-3A49-E189-21A1D6CAD08D}"/>
              </a:ext>
            </a:extLst>
          </p:cNvPr>
          <p:cNvGrpSpPr/>
          <p:nvPr/>
        </p:nvGrpSpPr>
        <p:grpSpPr>
          <a:xfrm>
            <a:off x="1893552" y="2405132"/>
            <a:ext cx="8130770" cy="2893588"/>
            <a:chOff x="1893552" y="2405132"/>
            <a:chExt cx="8130770" cy="289358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D9F96B3-F857-74BB-7BDD-B0B22446EB93}"/>
                </a:ext>
              </a:extLst>
            </p:cNvPr>
            <p:cNvGrpSpPr/>
            <p:nvPr/>
          </p:nvGrpSpPr>
          <p:grpSpPr>
            <a:xfrm>
              <a:off x="1893552" y="2405132"/>
              <a:ext cx="5722735" cy="2893588"/>
              <a:chOff x="2645229" y="1616075"/>
              <a:chExt cx="2394488" cy="1634352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DA03D44-C1EE-10B0-575D-BDB7F2E12459}"/>
                  </a:ext>
                </a:extLst>
              </p:cNvPr>
              <p:cNvSpPr/>
              <p:nvPr/>
            </p:nvSpPr>
            <p:spPr>
              <a:xfrm>
                <a:off x="2645229" y="1616075"/>
                <a:ext cx="2394488" cy="1634352"/>
              </a:xfrm>
              <a:prstGeom prst="rect">
                <a:avLst/>
              </a:prstGeom>
              <a:noFill/>
              <a:ln w="38100" cap="flat" cmpd="sng" algn="ctr">
                <a:solidFill>
                  <a:srgbClr val="00A3E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F156EEC-51BB-01EC-BC1C-506929421CE0}"/>
                  </a:ext>
                </a:extLst>
              </p:cNvPr>
              <p:cNvSpPr txBox="1"/>
              <p:nvPr/>
            </p:nvSpPr>
            <p:spPr>
              <a:xfrm>
                <a:off x="3368857" y="1663723"/>
                <a:ext cx="1135837" cy="365060"/>
              </a:xfrm>
              <a:prstGeom prst="rect">
                <a:avLst/>
              </a:prstGeom>
              <a:noFill/>
              <a:ln w="28575">
                <a:solidFill>
                  <a:srgbClr val="84BD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53565A"/>
                    </a:solidFill>
                    <a:effectLst/>
                    <a:uLnTx/>
                    <a:uFillTx/>
                    <a:latin typeface="Trebuchet MS"/>
                    <a:ea typeface="ＭＳ Ｐゴシック" charset="0"/>
                  </a:rPr>
                  <a:t>Training Set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53565A"/>
                    </a:solidFill>
                    <a:effectLst/>
                    <a:uLnTx/>
                    <a:uFillTx/>
                    <a:latin typeface="Trebuchet MS"/>
                    <a:ea typeface="ＭＳ Ｐゴシック" charset="0"/>
                  </a:rPr>
                  <a:t>394 Unique Molecules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53565A"/>
                    </a:solidFill>
                    <a:effectLst/>
                    <a:uLnTx/>
                    <a:uFillTx/>
                    <a:latin typeface="Trebuchet MS"/>
                    <a:ea typeface="ＭＳ Ｐゴシック" charset="0"/>
                  </a:rPr>
                  <a:t>1351 KV-Temperature Measurements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5B13A50-42E3-3AFA-6871-2749B7596EBF}"/>
                </a:ext>
              </a:extLst>
            </p:cNvPr>
            <p:cNvGrpSpPr/>
            <p:nvPr/>
          </p:nvGrpSpPr>
          <p:grpSpPr>
            <a:xfrm>
              <a:off x="2017244" y="2485671"/>
              <a:ext cx="5501289" cy="2766866"/>
              <a:chOff x="687457" y="1674730"/>
              <a:chExt cx="5501289" cy="2766866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CF0469A9-5038-9E47-0A51-E0EA3CC06E2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8315" r="18015"/>
              <a:stretch/>
            </p:blipFill>
            <p:spPr>
              <a:xfrm>
                <a:off x="847192" y="2344257"/>
                <a:ext cx="1358089" cy="711012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87AB03E5-F105-94C2-7C8A-9A7B5CAE9C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2943" t="12108" r="2660" b="10475"/>
              <a:stretch/>
            </p:blipFill>
            <p:spPr>
              <a:xfrm>
                <a:off x="2572638" y="2503415"/>
                <a:ext cx="1928037" cy="527072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18177412-1623-8C12-21CB-18F601E6EAE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8163" r="18355"/>
              <a:stretch/>
            </p:blipFill>
            <p:spPr>
              <a:xfrm>
                <a:off x="687457" y="1674730"/>
                <a:ext cx="1219316" cy="640247"/>
              </a:xfrm>
              <a:prstGeom prst="rect">
                <a:avLst/>
              </a:prstGeom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ADFC0744-B320-A262-5BA5-5D7A939BD11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t="29675" b="29297"/>
              <a:stretch/>
            </p:blipFill>
            <p:spPr>
              <a:xfrm>
                <a:off x="779792" y="3126820"/>
                <a:ext cx="2299069" cy="314424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ABB7EB22-B3D5-34B0-CDDB-BB4FD94079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33225" r="32377"/>
              <a:stretch/>
            </p:blipFill>
            <p:spPr>
              <a:xfrm>
                <a:off x="4198217" y="3055269"/>
                <a:ext cx="604916" cy="586194"/>
              </a:xfrm>
              <a:prstGeom prst="rect">
                <a:avLst/>
              </a:prstGeom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E3FA3843-4BE9-0074-F93A-8099E510FC0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l="7579" r="5699"/>
              <a:stretch/>
            </p:blipFill>
            <p:spPr>
              <a:xfrm>
                <a:off x="5100749" y="2822888"/>
                <a:ext cx="1087997" cy="418192"/>
              </a:xfrm>
              <a:prstGeom prst="rect">
                <a:avLst/>
              </a:prstGeom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2A3AA234-7FC5-C6BC-9A8B-BE685C80740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l="31264" r="31603"/>
              <a:stretch/>
            </p:blipFill>
            <p:spPr>
              <a:xfrm>
                <a:off x="2649154" y="3492541"/>
                <a:ext cx="1001358" cy="898905"/>
              </a:xfrm>
              <a:prstGeom prst="rect">
                <a:avLst/>
              </a:prstGeom>
            </p:spPr>
          </p:pic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61A1AED2-F43F-46D6-E514-98FC2C93ECB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/>
              <a:srcRect l="30528" r="29391"/>
              <a:stretch/>
            </p:blipFill>
            <p:spPr>
              <a:xfrm>
                <a:off x="5134741" y="1847461"/>
                <a:ext cx="1024833" cy="852302"/>
              </a:xfrm>
              <a:prstGeom prst="rect">
                <a:avLst/>
              </a:prstGeom>
            </p:spPr>
          </p:pic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9CB9A301-2905-7E6D-B76C-B5152DC072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16556" y="3686462"/>
                <a:ext cx="2262189" cy="754063"/>
              </a:xfrm>
              <a:prstGeom prst="rect">
                <a:avLst/>
              </a:prstGeom>
            </p:spPr>
          </p:pic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4A9C9107-0A87-1CD1-7FC2-E9D12246A2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/>
              <a:srcRect l="22402" r="23474"/>
              <a:stretch/>
            </p:blipFill>
            <p:spPr>
              <a:xfrm>
                <a:off x="709515" y="3584346"/>
                <a:ext cx="1391934" cy="857250"/>
              </a:xfrm>
              <a:prstGeom prst="rect">
                <a:avLst/>
              </a:prstGeom>
            </p:spPr>
          </p:pic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041DA9A-5C87-5CE5-D4BC-0A40BB856F2F}"/>
                </a:ext>
              </a:extLst>
            </p:cNvPr>
            <p:cNvGrpSpPr/>
            <p:nvPr/>
          </p:nvGrpSpPr>
          <p:grpSpPr>
            <a:xfrm>
              <a:off x="7735239" y="2405132"/>
              <a:ext cx="2289083" cy="2893588"/>
              <a:chOff x="6359732" y="1107778"/>
              <a:chExt cx="2289083" cy="2893588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0F85884-DC6A-819F-8B00-53A5A01C09D1}"/>
                  </a:ext>
                </a:extLst>
              </p:cNvPr>
              <p:cNvSpPr/>
              <p:nvPr/>
            </p:nvSpPr>
            <p:spPr>
              <a:xfrm>
                <a:off x="6359732" y="1107778"/>
                <a:ext cx="2289083" cy="2893588"/>
              </a:xfrm>
              <a:prstGeom prst="rect">
                <a:avLst/>
              </a:prstGeom>
              <a:noFill/>
              <a:ln w="38100" cap="flat" cmpd="sng" algn="ctr">
                <a:solidFill>
                  <a:srgbClr val="00A3E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rebuchet MS"/>
                  <a:ea typeface="+mn-ea"/>
                  <a:cs typeface="+mn-cs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2E61918-B9EC-061D-8412-8025B88F666E}"/>
                  </a:ext>
                </a:extLst>
              </p:cNvPr>
              <p:cNvSpPr txBox="1"/>
              <p:nvPr/>
            </p:nvSpPr>
            <p:spPr>
              <a:xfrm>
                <a:off x="6680775" y="1188317"/>
                <a:ext cx="1646995" cy="830997"/>
              </a:xfrm>
              <a:prstGeom prst="rect">
                <a:avLst/>
              </a:prstGeom>
              <a:noFill/>
              <a:ln w="28575">
                <a:solidFill>
                  <a:srgbClr val="84BD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53565A"/>
                    </a:solidFill>
                    <a:effectLst/>
                    <a:uLnTx/>
                    <a:uFillTx/>
                    <a:latin typeface="Trebuchet MS"/>
                    <a:ea typeface="ＭＳ Ｐゴシック" charset="0"/>
                  </a:rPr>
                  <a:t>Test Set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53565A"/>
                    </a:solidFill>
                    <a:effectLst/>
                    <a:uLnTx/>
                    <a:uFillTx/>
                    <a:latin typeface="Trebuchet MS"/>
                    <a:ea typeface="ＭＳ Ｐゴシック" charset="0"/>
                  </a:rPr>
                  <a:t>12 Unique Molecules</a:t>
                </a:r>
              </a:p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53565A"/>
                    </a:solidFill>
                    <a:effectLst/>
                    <a:uLnTx/>
                    <a:uFillTx/>
                    <a:latin typeface="Trebuchet MS"/>
                    <a:ea typeface="ＭＳ Ｐゴシック" charset="0"/>
                  </a:rPr>
                  <a:t>24 KV-Temperature Measurements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B366DA7F-D3F2-40DF-7859-D9900995ADA1}"/>
                </a:ext>
              </a:extLst>
            </p:cNvPr>
            <p:cNvGrpSpPr/>
            <p:nvPr/>
          </p:nvGrpSpPr>
          <p:grpSpPr>
            <a:xfrm>
              <a:off x="7824392" y="3368433"/>
              <a:ext cx="2061206" cy="1844874"/>
              <a:chOff x="6448885" y="2071079"/>
              <a:chExt cx="2061206" cy="1844874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772E582F-BC0C-B8A7-5495-CE59D12CD5C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/>
              <a:srcRect l="3919" t="12831" r="3280" b="11435"/>
              <a:stretch/>
            </p:blipFill>
            <p:spPr>
              <a:xfrm>
                <a:off x="6469725" y="2123744"/>
                <a:ext cx="1814971" cy="493728"/>
              </a:xfrm>
              <a:prstGeom prst="rect">
                <a:avLst/>
              </a:prstGeom>
            </p:spPr>
          </p:pic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5145B1BF-6438-8DE8-BBAD-3A4BBFF5A98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/>
              <a:srcRect l="4670" r="4791"/>
              <a:stretch/>
            </p:blipFill>
            <p:spPr>
              <a:xfrm rot="11277817">
                <a:off x="6534559" y="2754631"/>
                <a:ext cx="1341054" cy="493728"/>
              </a:xfrm>
              <a:prstGeom prst="rect">
                <a:avLst/>
              </a:prstGeom>
            </p:spPr>
          </p:pic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39878FA9-49C1-A3DE-B0AB-55CE4A97DD4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4"/>
              <a:srcRect l="8957" r="8314"/>
              <a:stretch/>
            </p:blipFill>
            <p:spPr>
              <a:xfrm>
                <a:off x="6448885" y="3285104"/>
                <a:ext cx="1565682" cy="630849"/>
              </a:xfrm>
              <a:prstGeom prst="rect">
                <a:avLst/>
              </a:prstGeom>
            </p:spPr>
          </p:pic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D1FE73FB-1CC9-0C4A-0E93-BE1435A75BA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/>
              <a:srcRect l="4132" t="15420" r="3615" b="17502"/>
              <a:stretch/>
            </p:blipFill>
            <p:spPr>
              <a:xfrm rot="16412350">
                <a:off x="7382578" y="2758673"/>
                <a:ext cx="1815107" cy="43991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701066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EEF39-1153-59BC-6310-A87C161D7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Fig. 3: </a:t>
            </a:r>
            <a:r>
              <a:rPr lang="en-US" dirty="0" err="1"/>
              <a:t>VisCalcML</a:t>
            </a:r>
            <a:r>
              <a:rPr lang="en-US" dirty="0"/>
              <a:t> Train/Test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F56B2-CB2F-7FA1-AA4A-3F3CEA8A6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55137"/>
            <a:ext cx="10515600" cy="721825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125BF4-5A0C-01E1-B0A3-E237693DA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46" y="1769364"/>
            <a:ext cx="4473182" cy="33192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6EA535-B304-FC7C-F2F2-1397FFEAC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411" y="1769364"/>
            <a:ext cx="4470827" cy="3319272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7A33B1A-F1FE-79D6-10FB-151E6A6A7E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0386607"/>
              </p:ext>
            </p:extLst>
          </p:nvPr>
        </p:nvGraphicFramePr>
        <p:xfrm>
          <a:off x="12651936" y="-346041"/>
          <a:ext cx="4779353" cy="35480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8773A1C-FCB6-36EB-21F7-072C1BCB2B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0922925"/>
              </p:ext>
            </p:extLst>
          </p:nvPr>
        </p:nvGraphicFramePr>
        <p:xfrm>
          <a:off x="12647647" y="3429000"/>
          <a:ext cx="4783642" cy="35488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878133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36F2D-4D26-D37F-9F7B-34E0C60F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Fig. 4: Benchmarking </a:t>
            </a:r>
            <a:r>
              <a:rPr lang="en-US" dirty="0" err="1"/>
              <a:t>VisCalcML</a:t>
            </a:r>
            <a:r>
              <a:rPr lang="en-US" dirty="0"/>
              <a:t> vs Panwar &amp; </a:t>
            </a:r>
            <a:r>
              <a:rPr lang="en-US" dirty="0" err="1"/>
              <a:t>CosmoTherm</a:t>
            </a:r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A476AAF-CD7A-4165-90A0-B88CB1287D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0969235"/>
              </p:ext>
            </p:extLst>
          </p:nvPr>
        </p:nvGraphicFramePr>
        <p:xfrm>
          <a:off x="9019728" y="-3861646"/>
          <a:ext cx="5162550" cy="35480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C97B692-35CE-4CD1-9B8B-418F133D44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9978713"/>
              </p:ext>
            </p:extLst>
          </p:nvPr>
        </p:nvGraphicFramePr>
        <p:xfrm>
          <a:off x="12526410" y="-189821"/>
          <a:ext cx="5162550" cy="35575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4FA8493-B4C8-47E6-B1BD-08F8A92CAA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1039253"/>
              </p:ext>
            </p:extLst>
          </p:nvPr>
        </p:nvGraphicFramePr>
        <p:xfrm>
          <a:off x="12526410" y="3490233"/>
          <a:ext cx="5162550" cy="35575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013B91A-FC1E-5746-042D-8A4F3D3717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422" y="2122551"/>
            <a:ext cx="3548559" cy="26128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978942-4F83-E4A3-F0ED-D2652A8726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0553" y="2122550"/>
            <a:ext cx="3790713" cy="2612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3DA09C-459D-D992-1E20-D9160DC071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2838" y="2061320"/>
            <a:ext cx="3790713" cy="26128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E170473-477E-4D80-1CC5-37E76A31C3BE}"/>
              </a:ext>
            </a:extLst>
          </p:cNvPr>
          <p:cNvSpPr txBox="1"/>
          <p:nvPr/>
        </p:nvSpPr>
        <p:spPr>
          <a:xfrm>
            <a:off x="1436916" y="4735447"/>
            <a:ext cx="1944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en-US" baseline="30000" dirty="0"/>
              <a:t>2</a:t>
            </a:r>
            <a:r>
              <a:rPr lang="en-US" dirty="0"/>
              <a:t>: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0.9865663</a:t>
            </a:r>
            <a:r>
              <a:rPr lang="en-US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45545A-2DDF-0384-F94A-2E69D404468A}"/>
              </a:ext>
            </a:extLst>
          </p:cNvPr>
          <p:cNvSpPr txBox="1"/>
          <p:nvPr/>
        </p:nvSpPr>
        <p:spPr>
          <a:xfrm>
            <a:off x="5250325" y="4797977"/>
            <a:ext cx="1944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en-US" baseline="30000" dirty="0"/>
              <a:t>2</a:t>
            </a:r>
            <a:r>
              <a:rPr lang="en-US" dirty="0"/>
              <a:t>: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0.736056327</a:t>
            </a:r>
            <a:r>
              <a:rPr lang="en-US" dirty="0"/>
              <a:t>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9342F9-F9FC-31B6-8B8B-15E808985C48}"/>
              </a:ext>
            </a:extLst>
          </p:cNvPr>
          <p:cNvSpPr txBox="1"/>
          <p:nvPr/>
        </p:nvSpPr>
        <p:spPr>
          <a:xfrm>
            <a:off x="9408886" y="4797977"/>
            <a:ext cx="1944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en-US" baseline="30000" dirty="0"/>
              <a:t>2</a:t>
            </a:r>
            <a:r>
              <a:rPr lang="en-US" dirty="0"/>
              <a:t>: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-13.20184705</a:t>
            </a:r>
            <a:r>
              <a:rPr lang="en-US" dirty="0"/>
              <a:t>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0CCE84-EE23-3C2A-A4A2-77A752FF0053}"/>
              </a:ext>
            </a:extLst>
          </p:cNvPr>
          <p:cNvSpPr txBox="1"/>
          <p:nvPr/>
        </p:nvSpPr>
        <p:spPr>
          <a:xfrm>
            <a:off x="689213" y="5104779"/>
            <a:ext cx="106645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R</a:t>
            </a:r>
            <a:r>
              <a:rPr lang="en-US" baseline="30000" dirty="0"/>
              <a:t>2</a:t>
            </a:r>
            <a:r>
              <a:rPr lang="en-US" dirty="0"/>
              <a:t> can be negative in a ML context if the model does arbitrarily worse than a constant model which always predicts the mean value of </a:t>
            </a:r>
            <a:r>
              <a:rPr lang="en-US" dirty="0" err="1"/>
              <a:t>y_true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Can arrange these in a square shape for aesthetics. Maybe the fourth tile in the square can be a quick bar chart comparing R</a:t>
            </a:r>
            <a:r>
              <a:rPr lang="en-US" baseline="30000" dirty="0"/>
              <a:t>2</a:t>
            </a:r>
            <a:r>
              <a:rPr lang="en-US" dirty="0"/>
              <a:t> or inference time for all these models.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D66B1A-DEB3-C2DD-C900-5169B964E848}"/>
              </a:ext>
            </a:extLst>
          </p:cNvPr>
          <p:cNvSpPr txBox="1"/>
          <p:nvPr/>
        </p:nvSpPr>
        <p:spPr>
          <a:xfrm>
            <a:off x="260422" y="1842868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210051-7525-8D27-30EB-73A799340E51}"/>
              </a:ext>
            </a:extLst>
          </p:cNvPr>
          <p:cNvSpPr txBox="1"/>
          <p:nvPr/>
        </p:nvSpPr>
        <p:spPr>
          <a:xfrm>
            <a:off x="4209528" y="1721953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EE1E24-B99E-D4D4-DB7D-980AE8E23C3F}"/>
              </a:ext>
            </a:extLst>
          </p:cNvPr>
          <p:cNvSpPr txBox="1"/>
          <p:nvPr/>
        </p:nvSpPr>
        <p:spPr>
          <a:xfrm>
            <a:off x="8160480" y="1721953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18478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36F2D-4D26-D37F-9F7B-34E0C60FD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939074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Fig. 4: Benchmarking </a:t>
            </a:r>
            <a:r>
              <a:rPr lang="en-US" dirty="0" err="1"/>
              <a:t>VisCalcML</a:t>
            </a:r>
            <a:r>
              <a:rPr lang="en-US" dirty="0"/>
              <a:t> vs Panwar &amp; </a:t>
            </a:r>
            <a:r>
              <a:rPr lang="en-US" dirty="0" err="1"/>
              <a:t>CosmoTherm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0CCE84-EE23-3C2A-A4A2-77A752FF0053}"/>
              </a:ext>
            </a:extLst>
          </p:cNvPr>
          <p:cNvSpPr txBox="1"/>
          <p:nvPr/>
        </p:nvSpPr>
        <p:spPr>
          <a:xfrm>
            <a:off x="2807737" y="2775554"/>
            <a:ext cx="34525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R</a:t>
            </a:r>
            <a:r>
              <a:rPr lang="en-US" baseline="30000" dirty="0"/>
              <a:t>2</a:t>
            </a:r>
            <a:r>
              <a:rPr lang="en-US" dirty="0"/>
              <a:t> can be negative in a ML context if the model does arbitrarily worse than a constant model which always predicts the mean value of </a:t>
            </a:r>
            <a:r>
              <a:rPr lang="en-US" dirty="0" err="1"/>
              <a:t>y_true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Can arrange these in a square shape for aesthetics. Maybe the fourth tile in the square can be a quick bar chart comparing R</a:t>
            </a:r>
            <a:r>
              <a:rPr lang="en-US" baseline="30000" dirty="0"/>
              <a:t>2</a:t>
            </a:r>
            <a:r>
              <a:rPr lang="en-US" dirty="0"/>
              <a:t> or inference time for all these models.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EFC0A06-FD0B-5B6D-573E-4367987FB038}"/>
              </a:ext>
            </a:extLst>
          </p:cNvPr>
          <p:cNvGrpSpPr/>
          <p:nvPr/>
        </p:nvGrpSpPr>
        <p:grpSpPr>
          <a:xfrm>
            <a:off x="8130477" y="-225207"/>
            <a:ext cx="3828723" cy="7812552"/>
            <a:chOff x="8130477" y="-225207"/>
            <a:chExt cx="3828723" cy="781255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5978942-4F83-E4A3-F0ED-D2652A8726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68487" y="2428231"/>
              <a:ext cx="3790713" cy="261289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13DA09C-459D-D992-1E20-D9160DC07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68486" y="4974449"/>
              <a:ext cx="3790713" cy="2612896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E170473-477E-4D80-1CC5-37E76A31C3BE}"/>
                </a:ext>
              </a:extLst>
            </p:cNvPr>
            <p:cNvSpPr txBox="1"/>
            <p:nvPr/>
          </p:nvSpPr>
          <p:spPr>
            <a:xfrm>
              <a:off x="10226979" y="193542"/>
              <a:ext cx="105293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0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1000" b="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0.9865663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145545A-2DDF-0384-F94A-2E69D404468A}"/>
                </a:ext>
              </a:extLst>
            </p:cNvPr>
            <p:cNvSpPr txBox="1"/>
            <p:nvPr/>
          </p:nvSpPr>
          <p:spPr>
            <a:xfrm>
              <a:off x="10226979" y="2763717"/>
              <a:ext cx="11504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0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1000" b="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0.736056327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9342F9-F9FC-31B6-8B8B-15E808985C48}"/>
                </a:ext>
              </a:extLst>
            </p:cNvPr>
            <p:cNvSpPr txBox="1"/>
            <p:nvPr/>
          </p:nvSpPr>
          <p:spPr>
            <a:xfrm>
              <a:off x="10404997" y="5289023"/>
              <a:ext cx="125360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0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1000" b="0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-13.20184705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7D66B1A-DEB3-C2DD-C900-5169B964E848}"/>
                </a:ext>
              </a:extLst>
            </p:cNvPr>
            <p:cNvSpPr txBox="1"/>
            <p:nvPr/>
          </p:nvSpPr>
          <p:spPr>
            <a:xfrm>
              <a:off x="8130477" y="-225207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8210051-7525-8D27-30EB-73A799340E51}"/>
                </a:ext>
              </a:extLst>
            </p:cNvPr>
            <p:cNvSpPr txBox="1"/>
            <p:nvPr/>
          </p:nvSpPr>
          <p:spPr>
            <a:xfrm>
              <a:off x="8130477" y="2365701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DEE1E24-B99E-D4D4-DB7D-980AE8E23C3F}"/>
                </a:ext>
              </a:extLst>
            </p:cNvPr>
            <p:cNvSpPr txBox="1"/>
            <p:nvPr/>
          </p:nvSpPr>
          <p:spPr>
            <a:xfrm>
              <a:off x="8130477" y="4919691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(C)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05153B8-EA0B-5FE3-1854-001AB4C6E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61069" y="-176462"/>
              <a:ext cx="3798130" cy="26128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2058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4567-C60D-1166-1284-187A94BB6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Figure 5a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6BBCC1-A9F5-290A-9884-353CBC74F9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226" y="1079881"/>
            <a:ext cx="5801784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74CC89-4B7D-2B84-7F08-92D543F97AED}"/>
              </a:ext>
            </a:extLst>
          </p:cNvPr>
          <p:cNvSpPr txBox="1"/>
          <p:nvPr/>
        </p:nvSpPr>
        <p:spPr>
          <a:xfrm>
            <a:off x="3944885" y="5188650"/>
            <a:ext cx="4682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Predicted KV40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19D956-5A77-5B0B-55B7-7C29BDAFFAD2}"/>
              </a:ext>
            </a:extLst>
          </p:cNvPr>
          <p:cNvSpPr txBox="1"/>
          <p:nvPr/>
        </p:nvSpPr>
        <p:spPr>
          <a:xfrm rot="16200000">
            <a:off x="1228660" y="3139882"/>
            <a:ext cx="4682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Number of Occurrences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E6B608-A0CC-8942-BFBB-8441D797AC6F}"/>
              </a:ext>
            </a:extLst>
          </p:cNvPr>
          <p:cNvSpPr txBox="1"/>
          <p:nvPr/>
        </p:nvSpPr>
        <p:spPr>
          <a:xfrm>
            <a:off x="3569892" y="5544497"/>
            <a:ext cx="5073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Figure 5a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Histogram of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VisCalcML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-predicted KV40 for expert-curated C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molecules. </a:t>
            </a:r>
          </a:p>
        </p:txBody>
      </p:sp>
    </p:spTree>
    <p:extLst>
      <p:ext uri="{BB962C8B-B14F-4D97-AF65-F5344CB8AC3E}">
        <p14:creationId xmlns:p14="http://schemas.microsoft.com/office/powerpoint/2010/main" val="4231531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4567-C60D-1166-1284-187A94BB6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Figure 5b</a:t>
            </a:r>
          </a:p>
        </p:txBody>
      </p:sp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83E12346-EB58-720E-50A7-0EAC6B4B21CE}"/>
              </a:ext>
            </a:extLst>
          </p:cNvPr>
          <p:cNvSpPr/>
          <p:nvPr/>
        </p:nvSpPr>
        <p:spPr>
          <a:xfrm>
            <a:off x="1037138" y="3788268"/>
            <a:ext cx="5913994" cy="822319"/>
          </a:xfrm>
          <a:prstGeom prst="leftRightArrow">
            <a:avLst/>
          </a:prstGeom>
          <a:gradFill>
            <a:gsLst>
              <a:gs pos="0">
                <a:schemeClr val="accent1">
                  <a:shade val="30000"/>
                  <a:satMod val="115000"/>
                  <a:alpha val="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85304B-7CD6-7A5B-0643-D2181824B42D}"/>
              </a:ext>
            </a:extLst>
          </p:cNvPr>
          <p:cNvSpPr txBox="1"/>
          <p:nvPr/>
        </p:nvSpPr>
        <p:spPr>
          <a:xfrm>
            <a:off x="-210532" y="4693404"/>
            <a:ext cx="4682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Low Predicted KV40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99FC93-15BA-A01E-DC06-8C6B3C9A8EC3}"/>
              </a:ext>
            </a:extLst>
          </p:cNvPr>
          <p:cNvSpPr txBox="1"/>
          <p:nvPr/>
        </p:nvSpPr>
        <p:spPr>
          <a:xfrm>
            <a:off x="3457696" y="4690827"/>
            <a:ext cx="4682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 Predicted KV40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F500C-00EA-5681-A1DB-26D59E319228}"/>
              </a:ext>
            </a:extLst>
          </p:cNvPr>
          <p:cNvSpPr txBox="1"/>
          <p:nvPr/>
        </p:nvSpPr>
        <p:spPr>
          <a:xfrm>
            <a:off x="1513847" y="5259703"/>
            <a:ext cx="50731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Figure 5b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Relative differences 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VisCalcML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-predicted KV40 for select expert-curated C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molecules.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12778FA-63EC-99FC-24C9-5CE36CEBB8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75" b="37366"/>
          <a:stretch/>
        </p:blipFill>
        <p:spPr>
          <a:xfrm rot="1364140">
            <a:off x="760657" y="3071361"/>
            <a:ext cx="2179268" cy="51995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BA6E192-6408-112F-7A3A-B3668BE726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6" t="23929" r="3910" b="22430"/>
          <a:stretch/>
        </p:blipFill>
        <p:spPr>
          <a:xfrm>
            <a:off x="4948150" y="2548837"/>
            <a:ext cx="2005155" cy="115661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605D53E-4316-02F5-F51C-45627819DB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4" t="26657" r="3347" b="26759"/>
          <a:stretch/>
        </p:blipFill>
        <p:spPr>
          <a:xfrm>
            <a:off x="3066123" y="2835320"/>
            <a:ext cx="2152037" cy="107911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42D419A-1115-4533-D1E9-79DFED6A239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99" b="38024"/>
          <a:stretch/>
        </p:blipFill>
        <p:spPr>
          <a:xfrm rot="1432924">
            <a:off x="659925" y="2427096"/>
            <a:ext cx="2380731" cy="5613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9E67864-0132-82CB-B119-D66D47F046EE}"/>
              </a:ext>
            </a:extLst>
          </p:cNvPr>
          <p:cNvSpPr txBox="1"/>
          <p:nvPr/>
        </p:nvSpPr>
        <p:spPr>
          <a:xfrm>
            <a:off x="7045176" y="104576"/>
            <a:ext cx="5082672" cy="2508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SMILES strings from left to right (for reference):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1. (Left-top)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'CCC[C@@H](C)C[C@H](C)C[C@@H](C)C[C@H](C)C[C@@H](C)C[C@H](C)C[C@@H](C)C[C@H](C)CC(C)C’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2.(Left-bottom) 'CCC[C@@H](C)C[C@@H](C)C[C@@H](C)C[C@@H](C)C[C@@H](C)C[C@@H](C)C[C@@H](C)C[C@@H](C)CC(C)C’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3. (Middle)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'CCCCCCCC[C@@H](CCCCCC)C[C@@H](CCCCCC)C[C@H](C)CCCCCC’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4. (Right)</a:t>
            </a:r>
          </a:p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'CCCCCCc1ccc(CCCCCC)c(CCCCCC)c1CCCCCC'</a:t>
            </a:r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7A91AF-E061-55B2-1AD1-8A2E0A6CF80A}"/>
              </a:ext>
            </a:extLst>
          </p:cNvPr>
          <p:cNvSpPr txBox="1"/>
          <p:nvPr/>
        </p:nvSpPr>
        <p:spPr>
          <a:xfrm>
            <a:off x="1269357" y="1627236"/>
            <a:ext cx="1161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5.41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cSt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BED1FCC-D835-3387-0755-89052D3B5E18}"/>
              </a:ext>
            </a:extLst>
          </p:cNvPr>
          <p:cNvCxnSpPr>
            <a:stCxn id="14" idx="2"/>
          </p:cNvCxnSpPr>
          <p:nvPr/>
        </p:nvCxnSpPr>
        <p:spPr>
          <a:xfrm flipH="1">
            <a:off x="1773568" y="1996568"/>
            <a:ext cx="76722" cy="476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12E6FC9-FD7B-586A-9AB6-55F7D92C175A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1850290" y="1996568"/>
            <a:ext cx="346725" cy="13060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0F9A3B8-7F60-42B8-E815-FA0C5A9077F6}"/>
              </a:ext>
            </a:extLst>
          </p:cNvPr>
          <p:cNvSpPr txBox="1"/>
          <p:nvPr/>
        </p:nvSpPr>
        <p:spPr>
          <a:xfrm>
            <a:off x="3165144" y="2139168"/>
            <a:ext cx="1161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19.17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cSt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E226EBC-02DB-D7EF-5E84-2596CA5C339F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3746077" y="2508500"/>
            <a:ext cx="304337" cy="614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2A46E5A-A479-86B2-BD07-CDA6B393EC9C}"/>
              </a:ext>
            </a:extLst>
          </p:cNvPr>
          <p:cNvSpPr txBox="1"/>
          <p:nvPr/>
        </p:nvSpPr>
        <p:spPr>
          <a:xfrm>
            <a:off x="5369794" y="1752307"/>
            <a:ext cx="1161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23.27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cSt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1C1B280-EF7C-C87D-570F-6E4C452F354A}"/>
              </a:ext>
            </a:extLst>
          </p:cNvPr>
          <p:cNvCxnSpPr>
            <a:cxnSpLocks/>
          </p:cNvCxnSpPr>
          <p:nvPr/>
        </p:nvCxnSpPr>
        <p:spPr>
          <a:xfrm flipH="1">
            <a:off x="5798928" y="2111369"/>
            <a:ext cx="192006" cy="434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136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4567-C60D-1166-1284-187A94BB6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Figure 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8BE728-9050-C8E4-067C-91AA3B928B62}"/>
              </a:ext>
            </a:extLst>
          </p:cNvPr>
          <p:cNvSpPr txBox="1"/>
          <p:nvPr/>
        </p:nvSpPr>
        <p:spPr>
          <a:xfrm>
            <a:off x="62407" y="4520936"/>
            <a:ext cx="70149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Console commands to generate this figure with make_histogram.py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Aptos" panose="020B0004020202020204" pitchFamily="34" charset="0"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cd ~/projects/</a:t>
            </a:r>
            <a:r>
              <a:rPr lang="en-US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VisCalcML</a:t>
            </a: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/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git pull 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# If you need my credentials, enter patrickwright8 as username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# Repo token is in a virtual sticky note 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conda</a:t>
            </a: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 activate pao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Aptos" panose="020B0004020202020204" pitchFamily="34" charset="0"/>
              </a:rPr>
              <a:t>python make_histogram.py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388D88-6498-D37C-4641-55B19064E5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597" y="1274824"/>
            <a:ext cx="2819406" cy="148895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E499A8D-882B-AEF3-20EB-520B34CB0254}"/>
              </a:ext>
            </a:extLst>
          </p:cNvPr>
          <p:cNvSpPr/>
          <p:nvPr/>
        </p:nvSpPr>
        <p:spPr>
          <a:xfrm>
            <a:off x="7048500" y="2678841"/>
            <a:ext cx="1783556" cy="116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F17FC2-3AD0-E522-8F2E-6161F22C32F7}"/>
              </a:ext>
            </a:extLst>
          </p:cNvPr>
          <p:cNvSpPr txBox="1"/>
          <p:nvPr/>
        </p:nvSpPr>
        <p:spPr>
          <a:xfrm>
            <a:off x="7715694" y="2588262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cs typeface="Arial" panose="020B0604020202020204" pitchFamily="34" charset="0"/>
              </a:rPr>
              <a:t>20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EEA9A5-D595-7573-A974-16AE84764938}"/>
              </a:ext>
            </a:extLst>
          </p:cNvPr>
          <p:cNvSpPr txBox="1"/>
          <p:nvPr/>
        </p:nvSpPr>
        <p:spPr>
          <a:xfrm>
            <a:off x="8492678" y="2588261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cs typeface="Arial" panose="020B0604020202020204" pitchFamily="34" charset="0"/>
              </a:rPr>
              <a:t>40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9A726A-F3C4-0A0E-C2C8-C9F46E0C36DB}"/>
              </a:ext>
            </a:extLst>
          </p:cNvPr>
          <p:cNvSpPr txBox="1"/>
          <p:nvPr/>
        </p:nvSpPr>
        <p:spPr>
          <a:xfrm>
            <a:off x="6974940" y="258914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cs typeface="Arial" panose="020B0604020202020204" pitchFamily="34" charset="0"/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CF419E-8D93-BF5F-14B7-C325A23465F3}"/>
              </a:ext>
            </a:extLst>
          </p:cNvPr>
          <p:cNvSpPr/>
          <p:nvPr/>
        </p:nvSpPr>
        <p:spPr>
          <a:xfrm>
            <a:off x="7048500" y="1274824"/>
            <a:ext cx="263214" cy="147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394BE9-53A5-81BB-08DA-9413B08EDD85}"/>
              </a:ext>
            </a:extLst>
          </p:cNvPr>
          <p:cNvSpPr txBox="1"/>
          <p:nvPr/>
        </p:nvSpPr>
        <p:spPr>
          <a:xfrm>
            <a:off x="7077379" y="2853472"/>
            <a:ext cx="2370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Predicted KV40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cSt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593CC7-A503-0B17-9073-79DEB32DE169}"/>
              </a:ext>
            </a:extLst>
          </p:cNvPr>
          <p:cNvSpPr txBox="1"/>
          <p:nvPr/>
        </p:nvSpPr>
        <p:spPr>
          <a:xfrm rot="16200000">
            <a:off x="5257019" y="1908896"/>
            <a:ext cx="25653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Occurrences (× 10</a:t>
            </a: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50526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5DEA2-4B2D-BBA2-ED5A-33E24C1AC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Fig. 5: Predicted KV40 of Sibo-Curated Molecules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E486A-DE9E-3DA6-63A4-0B500DE72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Histogram of KV40 for all mols</a:t>
            </a:r>
          </a:p>
          <a:p>
            <a:endParaRPr lang="en-US" dirty="0"/>
          </a:p>
          <a:p>
            <a:r>
              <a:rPr lang="en-US" dirty="0"/>
              <a:t>Also, select a few interesting or representative examples and put on line plot to show structural differences between high and low KV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316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A12D6-D60E-8493-9462-FD246EC30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Fig. 6: Predicted KV40 of Surge Isomers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71AE5-9EF4-7365-AF93-921877DF7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Histogram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98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77769-126F-5F61-436F-D1BA25CAF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Fig. 7: “Upper-Bound”-style Plot relating VI and Predicted KV40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82D12-CF98-D97F-E8C3-77B64BB30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Just an idea I thought was cool</a:t>
            </a:r>
          </a:p>
          <a:p>
            <a:r>
              <a:rPr lang="en-US" dirty="0"/>
              <a:t>Make a plot of VI vs KV40 for ~1000 randomly-selected Surge isomers</a:t>
            </a:r>
          </a:p>
          <a:p>
            <a:pPr lvl="1"/>
            <a:r>
              <a:rPr lang="en-US" dirty="0"/>
              <a:t>Would be interesting if we see a “Robeson-style” upper bound tradeoff between the two</a:t>
            </a:r>
          </a:p>
          <a:p>
            <a:pPr lvl="2"/>
            <a:r>
              <a:rPr lang="en-US" dirty="0"/>
              <a:t>Could make a connection between membranes and lubricants</a:t>
            </a:r>
          </a:p>
        </p:txBody>
      </p:sp>
    </p:spTree>
    <p:extLst>
      <p:ext uri="{BB962C8B-B14F-4D97-AF65-F5344CB8AC3E}">
        <p14:creationId xmlns:p14="http://schemas.microsoft.com/office/powerpoint/2010/main" val="1741730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9F759-8773-07C9-3144-948146704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 Figures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5FC3F-0776-6F84-025E-7958BD038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Figures are put in preliminary order</a:t>
            </a:r>
          </a:p>
        </p:txBody>
      </p:sp>
    </p:spTree>
    <p:extLst>
      <p:ext uri="{BB962C8B-B14F-4D97-AF65-F5344CB8AC3E}">
        <p14:creationId xmlns:p14="http://schemas.microsoft.com/office/powerpoint/2010/main" val="1461607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17A5E-1C76-2DD7-8511-4CEA91FE4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Benchmarking 16 Models to Determine Top Performer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63FBF-4BF6-B718-E6F6-3BEC6F2C9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5172" cy="4351338"/>
          </a:xfrm>
        </p:spPr>
        <p:txBody>
          <a:bodyPr>
            <a:normAutofit/>
          </a:bodyPr>
          <a:lstStyle/>
          <a:p>
            <a:r>
              <a:rPr lang="en-US" sz="2400" dirty="0"/>
              <a:t>In theory this is a logical figure to include</a:t>
            </a:r>
          </a:p>
          <a:p>
            <a:r>
              <a:rPr lang="en-US" sz="2400" dirty="0"/>
              <a:t>However, the takeaways are fuzzy</a:t>
            </a:r>
          </a:p>
          <a:p>
            <a:pPr lvl="1"/>
            <a:r>
              <a:rPr lang="en-US" sz="2000" dirty="0"/>
              <a:t>Several models score similarly, yet only the top model (starred) performs well on Test set</a:t>
            </a:r>
          </a:p>
          <a:p>
            <a:r>
              <a:rPr lang="en-US" sz="2400" dirty="0"/>
              <a:t>I prefer to put this in the SI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425871-6C28-CEFF-5673-2B3FFD621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372" y="1825625"/>
            <a:ext cx="6393180" cy="3730752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9A177CB-23EA-8F10-5140-064847153F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573820"/>
              </p:ext>
            </p:extLst>
          </p:nvPr>
        </p:nvGraphicFramePr>
        <p:xfrm>
          <a:off x="12621305" y="1564480"/>
          <a:ext cx="6391276" cy="3729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tar: 5 Points 5">
            <a:extLst>
              <a:ext uri="{FF2B5EF4-FFF2-40B4-BE49-F238E27FC236}">
                <a16:creationId xmlns:a16="http://schemas.microsoft.com/office/drawing/2014/main" id="{7A2106BF-D9F6-080F-B84D-ABD10DBB2AF7}"/>
              </a:ext>
            </a:extLst>
          </p:cNvPr>
          <p:cNvSpPr/>
          <p:nvPr/>
        </p:nvSpPr>
        <p:spPr>
          <a:xfrm>
            <a:off x="6749141" y="3623924"/>
            <a:ext cx="449943" cy="333828"/>
          </a:xfrm>
          <a:prstGeom prst="star5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19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3BE37-896D-F145-C5A6-E08A05BFD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 Plot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FF35A2E-46CC-6D70-F073-7CF5C3749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186" y="2438547"/>
            <a:ext cx="733108" cy="73310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CA5CD1E-54F0-E806-0F9C-0138DC3E7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282" y="1814426"/>
            <a:ext cx="697998" cy="6979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6654676-E8FE-20F2-A330-C07D499D37B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757" b="15683"/>
          <a:stretch/>
        </p:blipFill>
        <p:spPr>
          <a:xfrm rot="19256824">
            <a:off x="3606027" y="4067753"/>
            <a:ext cx="1155146" cy="791963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1C97FCF-C246-256B-5842-B34A9F3854C5}"/>
              </a:ext>
            </a:extLst>
          </p:cNvPr>
          <p:cNvCxnSpPr>
            <a:cxnSpLocks/>
          </p:cNvCxnSpPr>
          <p:nvPr/>
        </p:nvCxnSpPr>
        <p:spPr>
          <a:xfrm>
            <a:off x="1541362" y="4487452"/>
            <a:ext cx="2288225" cy="618166"/>
          </a:xfrm>
          <a:prstGeom prst="line">
            <a:avLst/>
          </a:prstGeom>
          <a:noFill/>
          <a:ln w="19050" cap="flat" cmpd="sng" algn="ctr">
            <a:solidFill>
              <a:srgbClr val="53565A">
                <a:shade val="95000"/>
                <a:satMod val="105000"/>
              </a:srgbClr>
            </a:solidFill>
            <a:prstDash val="solid"/>
          </a:ln>
          <a:effectLst/>
        </p:spPr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BE744C96-EBC6-01C4-419F-4E625D8DA7E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306"/>
          <a:stretch/>
        </p:blipFill>
        <p:spPr>
          <a:xfrm>
            <a:off x="4801864" y="1418315"/>
            <a:ext cx="5597416" cy="4021369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948584B2-5719-31AE-85C0-BECB5264218D}"/>
              </a:ext>
            </a:extLst>
          </p:cNvPr>
          <p:cNvSpPr/>
          <p:nvPr/>
        </p:nvSpPr>
        <p:spPr>
          <a:xfrm>
            <a:off x="1541362" y="1815906"/>
            <a:ext cx="3180508" cy="3289712"/>
          </a:xfrm>
          <a:prstGeom prst="rect">
            <a:avLst/>
          </a:prstGeom>
          <a:noFill/>
          <a:ln w="38100" cap="flat" cmpd="sng" algn="ctr">
            <a:solidFill>
              <a:srgbClr val="00A3E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B70438-91C5-0F13-C121-09E8454FE9A4}"/>
              </a:ext>
            </a:extLst>
          </p:cNvPr>
          <p:cNvSpPr txBox="1"/>
          <p:nvPr/>
        </p:nvSpPr>
        <p:spPr>
          <a:xfrm>
            <a:off x="1888414" y="5174709"/>
            <a:ext cx="2486404" cy="276999"/>
          </a:xfrm>
          <a:prstGeom prst="rect">
            <a:avLst/>
          </a:prstGeom>
          <a:noFill/>
          <a:ln w="28575">
            <a:solidFill>
              <a:srgbClr val="84BD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Trebuchet MS"/>
                <a:ea typeface="ＭＳ Ｐゴシック" charset="0"/>
              </a:rPr>
              <a:t>Negatively Correlated with KV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CB76E7-0602-9FDB-7B0A-391FEFE96D62}"/>
              </a:ext>
            </a:extLst>
          </p:cNvPr>
          <p:cNvSpPr txBox="1"/>
          <p:nvPr/>
        </p:nvSpPr>
        <p:spPr>
          <a:xfrm>
            <a:off x="1427663" y="4761004"/>
            <a:ext cx="1646995" cy="276999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53565A"/>
                </a:solidFill>
                <a:latin typeface="Trebuchet MS"/>
                <a:ea typeface="ＭＳ Ｐゴシック" charset="0"/>
              </a:rPr>
              <a:t>Temperature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618877-0D48-B403-8F5F-3F859E418AF5}"/>
              </a:ext>
            </a:extLst>
          </p:cNvPr>
          <p:cNvSpPr txBox="1"/>
          <p:nvPr/>
        </p:nvSpPr>
        <p:spPr>
          <a:xfrm>
            <a:off x="1991116" y="1471292"/>
            <a:ext cx="2281000" cy="276999"/>
          </a:xfrm>
          <a:prstGeom prst="rect">
            <a:avLst/>
          </a:prstGeom>
          <a:noFill/>
          <a:ln w="28575">
            <a:solidFill>
              <a:srgbClr val="84BD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Trebuchet MS"/>
                <a:ea typeface="ＭＳ Ｐゴシック" charset="0"/>
              </a:rPr>
              <a:t>Positively Correlated with KV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D04166-B1B9-380D-1DF8-1DA53DB27543}"/>
              </a:ext>
            </a:extLst>
          </p:cNvPr>
          <p:cNvSpPr txBox="1"/>
          <p:nvPr/>
        </p:nvSpPr>
        <p:spPr>
          <a:xfrm>
            <a:off x="2898474" y="1889115"/>
            <a:ext cx="1753367" cy="523220"/>
          </a:xfrm>
          <a:prstGeom prst="rect">
            <a:avLst/>
          </a:prstGeom>
          <a:noFill/>
          <a:ln w="28575">
            <a:solidFill>
              <a:srgbClr val="84BD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Trebuchet MS"/>
                <a:ea typeface="ＭＳ Ｐゴシック" charset="0"/>
              </a:rPr>
              <a:t>2245384272</a:t>
            </a: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Acyclic 2° sp</a:t>
            </a:r>
            <a:r>
              <a:rPr kumimoji="0" lang="en-US" sz="1400" b="0" i="0" u="none" strike="noStrike" kern="0" cap="none" spc="0" normalizeH="0" baseline="3000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Carbon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Trebuchet MS"/>
              <a:ea typeface="ＭＳ Ｐゴシック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59997D-7A96-474A-679F-208CCA85FE7A}"/>
              </a:ext>
            </a:extLst>
          </p:cNvPr>
          <p:cNvSpPr txBox="1"/>
          <p:nvPr/>
        </p:nvSpPr>
        <p:spPr>
          <a:xfrm>
            <a:off x="1641436" y="2579825"/>
            <a:ext cx="1753367" cy="523220"/>
          </a:xfrm>
          <a:prstGeom prst="rect">
            <a:avLst/>
          </a:prstGeom>
          <a:noFill/>
          <a:ln w="28575">
            <a:solidFill>
              <a:srgbClr val="84BD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Trebuchet MS"/>
                <a:ea typeface="ＭＳ Ｐゴシック" charset="0"/>
              </a:rPr>
              <a:t>2976033787</a:t>
            </a: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Cyclic 3° sp</a:t>
            </a:r>
            <a:r>
              <a:rPr kumimoji="0" lang="en-US" sz="1400" b="0" i="0" u="none" strike="noStrike" kern="0" cap="none" spc="0" normalizeH="0" baseline="3000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Carbon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Trebuchet MS"/>
              <a:ea typeface="ＭＳ Ｐゴシック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E80DE90-D754-7581-2B12-0E116C08AE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8414" y="3224198"/>
            <a:ext cx="666370" cy="66637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5BB93DB-C288-256B-9B85-883A88CBE7DE}"/>
              </a:ext>
            </a:extLst>
          </p:cNvPr>
          <p:cNvSpPr txBox="1"/>
          <p:nvPr/>
        </p:nvSpPr>
        <p:spPr>
          <a:xfrm>
            <a:off x="2834974" y="3285482"/>
            <a:ext cx="1753367" cy="523220"/>
          </a:xfrm>
          <a:prstGeom prst="rect">
            <a:avLst/>
          </a:prstGeom>
          <a:noFill/>
          <a:ln w="28575">
            <a:solidFill>
              <a:srgbClr val="84BD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Trebuchet MS"/>
                <a:ea typeface="ＭＳ Ｐゴシック" charset="0"/>
              </a:rPr>
              <a:t>3217380708</a:t>
            </a: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Cyclic 3° sp</a:t>
            </a:r>
            <a:r>
              <a:rPr kumimoji="0" lang="en-US" sz="1400" b="0" i="0" u="none" strike="noStrike" kern="0" cap="none" spc="0" normalizeH="0" baseline="3000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Carbon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Trebuchet MS"/>
              <a:ea typeface="ＭＳ Ｐゴシック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D83AE9-833A-D4CC-C2E0-50F4551D644A}"/>
              </a:ext>
            </a:extLst>
          </p:cNvPr>
          <p:cNvSpPr txBox="1"/>
          <p:nvPr/>
        </p:nvSpPr>
        <p:spPr>
          <a:xfrm>
            <a:off x="1685675" y="3938975"/>
            <a:ext cx="1753367" cy="523220"/>
          </a:xfrm>
          <a:prstGeom prst="rect">
            <a:avLst/>
          </a:prstGeom>
          <a:noFill/>
          <a:ln w="28575">
            <a:solidFill>
              <a:srgbClr val="84BD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Trebuchet MS"/>
                <a:ea typeface="ＭＳ Ｐゴシック" charset="0"/>
              </a:rPr>
              <a:t>1583799011</a:t>
            </a: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Acyclic 2° sp</a:t>
            </a:r>
            <a:r>
              <a:rPr kumimoji="0" lang="en-US" sz="1400" b="0" i="0" u="none" strike="noStrike" kern="0" cap="none" spc="0" normalizeH="0" baseline="3000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Carbon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Trebuchet MS"/>
              <a:ea typeface="ＭＳ Ｐゴシック" charset="0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F142B054-1F24-6AE6-53FE-71EAB59CA4A8}"/>
              </a:ext>
            </a:extLst>
          </p:cNvPr>
          <p:cNvSpPr txBox="1">
            <a:spLocks/>
          </p:cNvSpPr>
          <p:nvPr/>
        </p:nvSpPr>
        <p:spPr>
          <a:xfrm>
            <a:off x="838200" y="5666710"/>
            <a:ext cx="10515600" cy="549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Cool idea, but again, the takeaways are fuzzy</a:t>
            </a:r>
          </a:p>
        </p:txBody>
      </p:sp>
    </p:spTree>
    <p:extLst>
      <p:ext uri="{BB962C8B-B14F-4D97-AF65-F5344CB8AC3E}">
        <p14:creationId xmlns:p14="http://schemas.microsoft.com/office/powerpoint/2010/main" val="2712755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/>
      <p:bldP spid="26" grpId="0" animBg="1"/>
      <p:bldP spid="27" grpId="0" animBg="1"/>
      <p:bldP spid="28" grpId="0" animBg="1"/>
      <p:bldP spid="30" grpId="0" animBg="1"/>
      <p:bldP spid="3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5196</TotalTime>
  <Words>1037</Words>
  <Application>Microsoft Office PowerPoint</Application>
  <PresentationFormat>Widescreen</PresentationFormat>
  <Paragraphs>142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Trebuchet MS</vt:lpstr>
      <vt:lpstr>Office Theme</vt:lpstr>
      <vt:lpstr>VisCalcML Figures</vt:lpstr>
      <vt:lpstr>Patrick To-Do</vt:lpstr>
      <vt:lpstr>Main Article Figures</vt:lpstr>
      <vt:lpstr> Fig. 1: High-Level Diagram of Workflow</vt:lpstr>
      <vt:lpstr> Fig. 1: High-Level Diagram of Workflow</vt:lpstr>
      <vt:lpstr>Fig. 2: Example Molecules from Test/Train Sets</vt:lpstr>
      <vt:lpstr>Fig. 3: VisCalcML Train/Test Performance</vt:lpstr>
      <vt:lpstr>Fig. 4: Benchmarking VisCalcML vs Panwar &amp; CosmoTherm</vt:lpstr>
      <vt:lpstr>Fig. 4: Benchmarking VisCalcML vs Panwar &amp; CosmoTherm</vt:lpstr>
      <vt:lpstr>Figure 5a</vt:lpstr>
      <vt:lpstr>Figure 5b</vt:lpstr>
      <vt:lpstr>Figure 6</vt:lpstr>
      <vt:lpstr>Fig. 5: Predicted KV40 of Sibo-Curated Molecules</vt:lpstr>
      <vt:lpstr>Fig. 6: Predicted KV40 of Surge Isomers</vt:lpstr>
      <vt:lpstr>Fig. 7: “Upper-Bound”-style Plot relating VI and Predicted KV40</vt:lpstr>
      <vt:lpstr>SI Figures</vt:lpstr>
      <vt:lpstr>Benchmarking 16 Models to Determine Top Performer</vt:lpstr>
      <vt:lpstr>SHAP Plot</vt:lpstr>
    </vt:vector>
  </TitlesOfParts>
  <Company>Aramco Americas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VisCalcML Figures</dc:title>
  <dc:creator>Wright, Patrick T</dc:creator>
  <cp:lastModifiedBy>Lin, Sibo</cp:lastModifiedBy>
  <cp:revision>19</cp:revision>
  <dcterms:created xsi:type="dcterms:W3CDTF">2024-05-23T18:14:26Z</dcterms:created>
  <dcterms:modified xsi:type="dcterms:W3CDTF">2024-08-28T21:59:42Z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959062-7b44-4d77-8d0f-cf572960120c_Enabled">
    <vt:lpwstr>true</vt:lpwstr>
  </property>
  <property fmtid="{D5CDD505-2E9C-101B-9397-08002B2CF9AE}" pid="3" name="MSIP_Label_10959062-7b44-4d77-8d0f-cf572960120c_SetDate">
    <vt:lpwstr>2024-05-23T18:14:33Z</vt:lpwstr>
  </property>
  <property fmtid="{D5CDD505-2E9C-101B-9397-08002B2CF9AE}" pid="4" name="MSIP_Label_10959062-7b44-4d77-8d0f-cf572960120c_Method">
    <vt:lpwstr>Privileged</vt:lpwstr>
  </property>
  <property fmtid="{D5CDD505-2E9C-101B-9397-08002B2CF9AE}" pid="5" name="MSIP_Label_10959062-7b44-4d77-8d0f-cf572960120c_Name">
    <vt:lpwstr>ASC-General-Use</vt:lpwstr>
  </property>
  <property fmtid="{D5CDD505-2E9C-101B-9397-08002B2CF9AE}" pid="6" name="MSIP_Label_10959062-7b44-4d77-8d0f-cf572960120c_SiteId">
    <vt:lpwstr>3793a1e6-1687-4a33-a150-6d1a5640ff06</vt:lpwstr>
  </property>
  <property fmtid="{D5CDD505-2E9C-101B-9397-08002B2CF9AE}" pid="7" name="MSIP_Label_10959062-7b44-4d77-8d0f-cf572960120c_ActionId">
    <vt:lpwstr>2391e01d-f9e6-4e7e-8634-22eaf3036d2b</vt:lpwstr>
  </property>
  <property fmtid="{D5CDD505-2E9C-101B-9397-08002B2CF9AE}" pid="8" name="MSIP_Label_10959062-7b44-4d77-8d0f-cf572960120c_ContentBits">
    <vt:lpwstr>2</vt:lpwstr>
  </property>
  <property fmtid="{D5CDD505-2E9C-101B-9397-08002B2CF9AE}" pid="9" name="ClassificationContentMarkingFooterLocations">
    <vt:lpwstr>Office Theme:8</vt:lpwstr>
  </property>
  <property fmtid="{D5CDD505-2E9C-101B-9397-08002B2CF9AE}" pid="10" name="ClassificationContentMarkingFooterText">
    <vt:lpwstr>Classification: General Use</vt:lpwstr>
  </property>
</Properties>
</file>